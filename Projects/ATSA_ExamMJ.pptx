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4D_2A7D85B.xml" ContentType="application/vnd.ms-powerpoint.comment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9"/>
  </p:sldMasterIdLst>
  <p:notesMasterIdLst>
    <p:notesMasterId r:id="rId30"/>
  </p:notesMasterIdLst>
  <p:sldIdLst>
    <p:sldId id="260" r:id="rId10"/>
    <p:sldId id="326" r:id="rId11"/>
    <p:sldId id="258" r:id="rId12"/>
    <p:sldId id="327" r:id="rId13"/>
    <p:sldId id="328" r:id="rId14"/>
    <p:sldId id="329" r:id="rId15"/>
    <p:sldId id="333" r:id="rId16"/>
    <p:sldId id="330" r:id="rId17"/>
    <p:sldId id="331" r:id="rId18"/>
    <p:sldId id="332" r:id="rId19"/>
    <p:sldId id="334" r:id="rId20"/>
    <p:sldId id="335" r:id="rId21"/>
    <p:sldId id="339" r:id="rId22"/>
    <p:sldId id="338" r:id="rId23"/>
    <p:sldId id="336" r:id="rId24"/>
    <p:sldId id="337" r:id="rId25"/>
    <p:sldId id="340" r:id="rId26"/>
    <p:sldId id="341" r:id="rId27"/>
    <p:sldId id="305" r:id="rId28"/>
    <p:sldId id="342" r:id="rId29"/>
  </p:sldIdLst>
  <p:sldSz cx="9144000" cy="5143500" type="screen16x9"/>
  <p:notesSz cx="6858000" cy="9144000"/>
  <p:embeddedFontLst>
    <p:embeddedFont>
      <p:font typeface="Verdana" panose="020B060403050404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287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582667-6102-27E7-ED8E-01A166EB4B6B}" name="Guest User" initials="GU" userId="Guest User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912473-FA07-E790-F3FB-0F1D64300A24}" v="814" dt="2025-12-16T18:16:02.147"/>
    <p1510:client id="{0EE6C6A9-1491-4723-8C7A-9D7D34579939}" v="221" dt="2025-12-17T12:41:58.930"/>
    <p1510:client id="{410727D7-A297-D941-95C3-E106E9009710}" v="7" dt="2025-12-17T12:15:37.070"/>
    <p1510:client id="{66A6D423-C22F-A19F-4A66-5B9202B8123F}" v="123" dt="2025-12-16T18:24:39.887"/>
    <p1510:client id="{95184FF4-8C7E-E9B4-5461-AE14241E99CD}" v="13" dt="2025-12-17T14:20:59.932"/>
    <p1510:client id="{C4B2DA68-092D-EE75-BD17-B5CBCC7D7401}" v="264" dt="2025-12-17T13:34:16.001"/>
  </p1510:revLst>
</p1510:revInfo>
</file>

<file path=ppt/tableStyles.xml><?xml version="1.0" encoding="utf-8"?>
<a:tblStyleLst xmlns:a="http://schemas.openxmlformats.org/drawingml/2006/main" def="{470511EB-82FF-4427-B912-D55405E741D7}">
  <a:tblStyle styleId="{470511EB-82FF-4427-B912-D55405E741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pos="5287"/>
        <p:guide orient="horz" pos="162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microsoft.com/office/2016/11/relationships/changesInfo" Target="changesInfos/changesInfo1.xml"/><Relationship Id="rId21" Type="http://schemas.openxmlformats.org/officeDocument/2006/relationships/slide" Target="slides/slide12.xml"/><Relationship Id="rId34" Type="http://schemas.openxmlformats.org/officeDocument/2006/relationships/font" Target="fonts/font4.fntdata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font" Target="fonts/font2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customXml" Target="../customXml/item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viewProps" Target="viewProp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font" Target="fonts/font1.fntdata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1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font" Target="fonts/font3.fntdata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C4B2DA68-092D-EE75-BD17-B5CBCC7D7401}"/>
    <pc:docChg chg="mod modSld">
      <pc:chgData name="Guest User" userId="" providerId="Windows Live" clId="Web-{C4B2DA68-092D-EE75-BD17-B5CBCC7D7401}" dt="2025-12-17T13:34:16.001" v="247" actId="20577"/>
      <pc:docMkLst>
        <pc:docMk/>
      </pc:docMkLst>
      <pc:sldChg chg="modSp">
        <pc:chgData name="Guest User" userId="" providerId="Windows Live" clId="Web-{C4B2DA68-092D-EE75-BD17-B5CBCC7D7401}" dt="2025-12-17T13:30:01.216" v="45" actId="20577"/>
        <pc:sldMkLst>
          <pc:docMk/>
          <pc:sldMk cId="3003121898" sldId="305"/>
        </pc:sldMkLst>
        <pc:spChg chg="mod">
          <ac:chgData name="Guest User" userId="" providerId="Windows Live" clId="Web-{C4B2DA68-092D-EE75-BD17-B5CBCC7D7401}" dt="2025-12-17T13:30:01.216" v="45" actId="20577"/>
          <ac:spMkLst>
            <pc:docMk/>
            <pc:sldMk cId="3003121898" sldId="305"/>
            <ac:spMk id="6" creationId="{F9850BC4-D376-AF53-5C88-5C4EA03AD2D6}"/>
          </ac:spMkLst>
        </pc:spChg>
      </pc:sldChg>
      <pc:sldChg chg="modSp">
        <pc:chgData name="Guest User" userId="" providerId="Windows Live" clId="Web-{C4B2DA68-092D-EE75-BD17-B5CBCC7D7401}" dt="2025-12-17T13:34:16.001" v="247" actId="20577"/>
        <pc:sldMkLst>
          <pc:docMk/>
          <pc:sldMk cId="4125404777" sldId="326"/>
        </pc:sldMkLst>
        <pc:spChg chg="mod">
          <ac:chgData name="Guest User" userId="" providerId="Windows Live" clId="Web-{C4B2DA68-092D-EE75-BD17-B5CBCC7D7401}" dt="2025-12-17T13:34:16.001" v="247" actId="20577"/>
          <ac:spMkLst>
            <pc:docMk/>
            <pc:sldMk cId="4125404777" sldId="326"/>
            <ac:spMk id="8" creationId="{63D26C28-C6EF-4EB1-4DE7-CC73D32DFE56}"/>
          </ac:spMkLst>
        </pc:spChg>
      </pc:sldChg>
      <pc:sldChg chg="modSp">
        <pc:chgData name="Guest User" userId="" providerId="Windows Live" clId="Web-{C4B2DA68-092D-EE75-BD17-B5CBCC7D7401}" dt="2025-12-17T13:28:53.199" v="29" actId="20577"/>
        <pc:sldMkLst>
          <pc:docMk/>
          <pc:sldMk cId="44554331" sldId="333"/>
        </pc:sldMkLst>
        <pc:spChg chg="mod">
          <ac:chgData name="Guest User" userId="" providerId="Windows Live" clId="Web-{C4B2DA68-092D-EE75-BD17-B5CBCC7D7401}" dt="2025-12-17T13:28:53.199" v="29" actId="20577"/>
          <ac:spMkLst>
            <pc:docMk/>
            <pc:sldMk cId="44554331" sldId="333"/>
            <ac:spMk id="3" creationId="{4EA1279A-483B-65CC-4A7E-F913DFB931F3}"/>
          </ac:spMkLst>
        </pc:spChg>
      </pc:sldChg>
      <pc:sldChg chg="addSp delSp modSp">
        <pc:chgData name="Guest User" userId="" providerId="Windows Live" clId="Web-{C4B2DA68-092D-EE75-BD17-B5CBCC7D7401}" dt="2025-12-17T13:27:25.212" v="12" actId="1076"/>
        <pc:sldMkLst>
          <pc:docMk/>
          <pc:sldMk cId="1918536127" sldId="339"/>
        </pc:sldMkLst>
        <pc:spChg chg="del mod">
          <ac:chgData name="Guest User" userId="" providerId="Windows Live" clId="Web-{C4B2DA68-092D-EE75-BD17-B5CBCC7D7401}" dt="2025-12-17T13:26:03.303" v="3"/>
          <ac:spMkLst>
            <pc:docMk/>
            <pc:sldMk cId="1918536127" sldId="339"/>
            <ac:spMk id="3" creationId="{2DC3C0F3-7053-1459-BF02-3C87DE9D715A}"/>
          </ac:spMkLst>
        </pc:spChg>
        <pc:picChg chg="add del mod">
          <ac:chgData name="Guest User" userId="" providerId="Windows Live" clId="Web-{C4B2DA68-092D-EE75-BD17-B5CBCC7D7401}" dt="2025-12-17T13:27:00.227" v="5"/>
          <ac:picMkLst>
            <pc:docMk/>
            <pc:sldMk cId="1918536127" sldId="339"/>
            <ac:picMk id="7" creationId="{86418D9A-0CB2-1180-BED3-05A452859CF2}"/>
          </ac:picMkLst>
        </pc:picChg>
        <pc:picChg chg="add mod">
          <ac:chgData name="Guest User" userId="" providerId="Windows Live" clId="Web-{C4B2DA68-092D-EE75-BD17-B5CBCC7D7401}" dt="2025-12-17T13:27:23.728" v="11" actId="1076"/>
          <ac:picMkLst>
            <pc:docMk/>
            <pc:sldMk cId="1918536127" sldId="339"/>
            <ac:picMk id="8" creationId="{FAAF0F05-348F-9E85-B250-752507F9C411}"/>
          </ac:picMkLst>
        </pc:picChg>
        <pc:picChg chg="add mod">
          <ac:chgData name="Guest User" userId="" providerId="Windows Live" clId="Web-{C4B2DA68-092D-EE75-BD17-B5CBCC7D7401}" dt="2025-12-17T13:27:25.212" v="12" actId="1076"/>
          <ac:picMkLst>
            <pc:docMk/>
            <pc:sldMk cId="1918536127" sldId="339"/>
            <ac:picMk id="9" creationId="{7C1BB092-C969-8863-827C-9A193EC403F2}"/>
          </ac:picMkLst>
        </pc:picChg>
      </pc:sldChg>
      <pc:sldChg chg="modSp">
        <pc:chgData name="Guest User" userId="" providerId="Windows Live" clId="Web-{C4B2DA68-092D-EE75-BD17-B5CBCC7D7401}" dt="2025-12-17T13:33:55.501" v="243" actId="20577"/>
        <pc:sldMkLst>
          <pc:docMk/>
          <pc:sldMk cId="1446579046" sldId="341"/>
        </pc:sldMkLst>
        <pc:spChg chg="mod">
          <ac:chgData name="Guest User" userId="" providerId="Windows Live" clId="Web-{C4B2DA68-092D-EE75-BD17-B5CBCC7D7401}" dt="2025-12-17T13:33:55.501" v="243" actId="20577"/>
          <ac:spMkLst>
            <pc:docMk/>
            <pc:sldMk cId="1446579046" sldId="341"/>
            <ac:spMk id="2" creationId="{CC1D294F-A815-464B-CDB9-1CB7C6CE81D2}"/>
          </ac:spMkLst>
        </pc:spChg>
      </pc:sldChg>
    </pc:docChg>
  </pc:docChgLst>
  <pc:docChgLst>
    <pc:chgData name="Guest User" providerId="Windows Live" clId="Web-{08912473-FA07-E790-F3FB-0F1D64300A24}"/>
    <pc:docChg chg="addSld modSld sldOrd">
      <pc:chgData name="Guest User" userId="" providerId="Windows Live" clId="Web-{08912473-FA07-E790-F3FB-0F1D64300A24}" dt="2025-12-16T18:16:02.147" v="757" actId="20577"/>
      <pc:docMkLst>
        <pc:docMk/>
      </pc:docMkLst>
      <pc:sldChg chg="addSp delSp modSp mod chgLayout">
        <pc:chgData name="Guest User" userId="" providerId="Windows Live" clId="Web-{08912473-FA07-E790-F3FB-0F1D64300A24}" dt="2025-12-13T18:09:03.433" v="265" actId="20577"/>
        <pc:sldMkLst>
          <pc:docMk/>
          <pc:sldMk cId="1022725218" sldId="258"/>
        </pc:sldMkLst>
        <pc:spChg chg="mod ord">
          <ac:chgData name="Guest User" userId="" providerId="Windows Live" clId="Web-{08912473-FA07-E790-F3FB-0F1D64300A24}" dt="2025-12-13T18:09:03.433" v="265" actId="20577"/>
          <ac:spMkLst>
            <pc:docMk/>
            <pc:sldMk cId="1022725218" sldId="258"/>
            <ac:spMk id="2" creationId="{555E915B-F548-92AD-7466-4ADA970F5C0C}"/>
          </ac:spMkLst>
        </pc:spChg>
        <pc:spChg chg="add">
          <ac:chgData name="Guest User" userId="" providerId="Windows Live" clId="Web-{08912473-FA07-E790-F3FB-0F1D64300A24}" dt="2025-12-13T17:50:20.204" v="110"/>
          <ac:spMkLst>
            <pc:docMk/>
            <pc:sldMk cId="1022725218" sldId="258"/>
            <ac:spMk id="12" creationId="{B5615A5A-2559-4BF1-0CA8-4955722A0113}"/>
          </ac:spMkLst>
        </pc:spChg>
        <pc:spChg chg="add mod ord">
          <ac:chgData name="Guest User" userId="" providerId="Windows Live" clId="Web-{08912473-FA07-E790-F3FB-0F1D64300A24}" dt="2025-12-13T18:02:29.056" v="239" actId="20577"/>
          <ac:spMkLst>
            <pc:docMk/>
            <pc:sldMk cId="1022725218" sldId="258"/>
            <ac:spMk id="14" creationId="{9AA47ED9-1071-5345-44C6-EEC048C19A41}"/>
          </ac:spMkLst>
        </pc:spChg>
        <pc:spChg chg="add mod ord">
          <ac:chgData name="Guest User" userId="" providerId="Windows Live" clId="Web-{08912473-FA07-E790-F3FB-0F1D64300A24}" dt="2025-12-13T17:52:24.035" v="163" actId="20577"/>
          <ac:spMkLst>
            <pc:docMk/>
            <pc:sldMk cId="1022725218" sldId="258"/>
            <ac:spMk id="18" creationId="{C36A26F4-721A-96FA-BFB0-2AB501B7B280}"/>
          </ac:spMkLst>
        </pc:spChg>
        <pc:spChg chg="add mod ord">
          <ac:chgData name="Guest User" userId="" providerId="Windows Live" clId="Web-{08912473-FA07-E790-F3FB-0F1D64300A24}" dt="2025-12-13T18:00:44.864" v="222" actId="20577"/>
          <ac:spMkLst>
            <pc:docMk/>
            <pc:sldMk cId="1022725218" sldId="258"/>
            <ac:spMk id="19" creationId="{2F1174DB-E5A4-A472-EFBD-1A2BFC0A8C57}"/>
          </ac:spMkLst>
        </pc:spChg>
        <pc:spChg chg="add mod ord">
          <ac:chgData name="Guest User" userId="" providerId="Windows Live" clId="Web-{08912473-FA07-E790-F3FB-0F1D64300A24}" dt="2025-12-13T17:52:34.348" v="173" actId="20577"/>
          <ac:spMkLst>
            <pc:docMk/>
            <pc:sldMk cId="1022725218" sldId="258"/>
            <ac:spMk id="20" creationId="{F1151A85-2DE6-4E74-3649-08139E724925}"/>
          </ac:spMkLst>
        </pc:spChg>
        <pc:spChg chg="add mod ord">
          <ac:chgData name="Guest User" userId="" providerId="Windows Live" clId="Web-{08912473-FA07-E790-F3FB-0F1D64300A24}" dt="2025-12-13T18:00:52.318" v="224" actId="20577"/>
          <ac:spMkLst>
            <pc:docMk/>
            <pc:sldMk cId="1022725218" sldId="258"/>
            <ac:spMk id="21" creationId="{F5FE8EF5-7E0A-4F75-94B6-F5057E6F37AA}"/>
          </ac:spMkLst>
        </pc:spChg>
        <pc:spChg chg="add mod">
          <ac:chgData name="Guest User" userId="" providerId="Windows Live" clId="Web-{08912473-FA07-E790-F3FB-0F1D64300A24}" dt="2025-12-13T17:52:09.504" v="152" actId="20577"/>
          <ac:spMkLst>
            <pc:docMk/>
            <pc:sldMk cId="1022725218" sldId="258"/>
            <ac:spMk id="23" creationId="{8540F0AA-B5E4-1747-D1E0-88670E9068B1}"/>
          </ac:spMkLst>
        </pc:spChg>
        <pc:picChg chg="add mod">
          <ac:chgData name="Guest User" userId="" providerId="Windows Live" clId="Web-{08912473-FA07-E790-F3FB-0F1D64300A24}" dt="2025-12-13T18:02:21.305" v="235" actId="1076"/>
          <ac:picMkLst>
            <pc:docMk/>
            <pc:sldMk cId="1022725218" sldId="258"/>
            <ac:picMk id="24" creationId="{D2B02BF0-E49F-22CF-D229-8CB7E7A6101F}"/>
          </ac:picMkLst>
        </pc:picChg>
        <pc:picChg chg="add mod">
          <ac:chgData name="Guest User" userId="" providerId="Windows Live" clId="Web-{08912473-FA07-E790-F3FB-0F1D64300A24}" dt="2025-12-13T18:03:18.212" v="243" actId="1076"/>
          <ac:picMkLst>
            <pc:docMk/>
            <pc:sldMk cId="1022725218" sldId="258"/>
            <ac:picMk id="25" creationId="{96A381F5-C738-2CFD-097D-31740CB49C7A}"/>
          </ac:picMkLst>
        </pc:picChg>
        <pc:picChg chg="add mod">
          <ac:chgData name="Guest User" userId="" providerId="Windows Live" clId="Web-{08912473-FA07-E790-F3FB-0F1D64300A24}" dt="2025-12-13T18:06:46.651" v="254" actId="14100"/>
          <ac:picMkLst>
            <pc:docMk/>
            <pc:sldMk cId="1022725218" sldId="258"/>
            <ac:picMk id="26" creationId="{1DC2228C-1D81-8EDA-2E84-B21536913FFE}"/>
          </ac:picMkLst>
        </pc:picChg>
        <pc:picChg chg="add mod">
          <ac:chgData name="Guest User" userId="" providerId="Windows Live" clId="Web-{08912473-FA07-E790-F3FB-0F1D64300A24}" dt="2025-12-13T18:08:17.885" v="264" actId="1076"/>
          <ac:picMkLst>
            <pc:docMk/>
            <pc:sldMk cId="1022725218" sldId="258"/>
            <ac:picMk id="27" creationId="{34859644-33EE-88D8-9989-533DABA423F0}"/>
          </ac:picMkLst>
        </pc:picChg>
      </pc:sldChg>
      <pc:sldChg chg="addSp delSp modSp new mod chgLayout">
        <pc:chgData name="Guest User" userId="" providerId="Windows Live" clId="Web-{08912473-FA07-E790-F3FB-0F1D64300A24}" dt="2025-12-16T18:16:02.147" v="757" actId="20577"/>
        <pc:sldMkLst>
          <pc:docMk/>
          <pc:sldMk cId="4099582453" sldId="327"/>
        </pc:sldMkLst>
        <pc:spChg chg="mod ord">
          <ac:chgData name="Guest User" userId="" providerId="Windows Live" clId="Web-{08912473-FA07-E790-F3FB-0F1D64300A24}" dt="2025-12-13T18:17:17.177" v="281" actId="20577"/>
          <ac:spMkLst>
            <pc:docMk/>
            <pc:sldMk cId="4099582453" sldId="327"/>
            <ac:spMk id="2" creationId="{E7F403B9-A3D3-DDFB-3524-7F1FF31EFA5D}"/>
          </ac:spMkLst>
        </pc:spChg>
        <pc:spChg chg="del mod ord">
          <ac:chgData name="Guest User" userId="" providerId="Windows Live" clId="Web-{08912473-FA07-E790-F3FB-0F1D64300A24}" dt="2025-12-16T15:42:59.208" v="282"/>
          <ac:spMkLst>
            <pc:docMk/>
            <pc:sldMk cId="4099582453" sldId="327"/>
            <ac:spMk id="3" creationId="{5DC78B56-A5B6-B321-8EFB-C6601C1AA034}"/>
          </ac:spMkLst>
        </pc:spChg>
        <pc:spChg chg="add mod">
          <ac:chgData name="Guest User" userId="" providerId="Windows Live" clId="Web-{08912473-FA07-E790-F3FB-0F1D64300A24}" dt="2025-12-16T18:16:02.147" v="757" actId="20577"/>
          <ac:spMkLst>
            <pc:docMk/>
            <pc:sldMk cId="4099582453" sldId="327"/>
            <ac:spMk id="3" creationId="{B2EC97B2-007C-53C7-CBCE-C0004AA6BB2E}"/>
          </ac:spMkLst>
        </pc:spChg>
        <pc:spChg chg="mod ord">
          <ac:chgData name="Guest User" userId="" providerId="Windows Live" clId="Web-{08912473-FA07-E790-F3FB-0F1D64300A24}" dt="2025-12-13T18:10:13.778" v="267"/>
          <ac:spMkLst>
            <pc:docMk/>
            <pc:sldMk cId="4099582453" sldId="327"/>
            <ac:spMk id="11" creationId="{975CBE35-9016-4323-49C4-0A854CF35EA0}"/>
          </ac:spMkLst>
        </pc:spChg>
        <pc:spChg chg="mod ord">
          <ac:chgData name="Guest User" userId="" providerId="Windows Live" clId="Web-{08912473-FA07-E790-F3FB-0F1D64300A24}" dt="2025-12-13T18:10:13.778" v="267"/>
          <ac:spMkLst>
            <pc:docMk/>
            <pc:sldMk cId="4099582453" sldId="327"/>
            <ac:spMk id="12" creationId="{0EDE1717-BEF7-66EF-3DE8-C512DF47E195}"/>
          </ac:spMkLst>
        </pc:spChg>
        <pc:spChg chg="mod ord">
          <ac:chgData name="Guest User" userId="" providerId="Windows Live" clId="Web-{08912473-FA07-E790-F3FB-0F1D64300A24}" dt="2025-12-13T18:10:13.778" v="267"/>
          <ac:spMkLst>
            <pc:docMk/>
            <pc:sldMk cId="4099582453" sldId="327"/>
            <ac:spMk id="13" creationId="{008DD039-7EEB-7352-C1F1-3F632A471F10}"/>
          </ac:spMkLst>
        </pc:spChg>
        <pc:picChg chg="add mod ord">
          <ac:chgData name="Guest User" userId="" providerId="Windows Live" clId="Web-{08912473-FA07-E790-F3FB-0F1D64300A24}" dt="2025-12-16T15:45:09.257" v="292" actId="14100"/>
          <ac:picMkLst>
            <pc:docMk/>
            <pc:sldMk cId="4099582453" sldId="327"/>
            <ac:picMk id="4" creationId="{C619909F-8043-81A1-915B-DAA85F662BE7}"/>
          </ac:picMkLst>
        </pc:picChg>
        <pc:picChg chg="add mod">
          <ac:chgData name="Guest User" userId="" providerId="Windows Live" clId="Web-{08912473-FA07-E790-F3FB-0F1D64300A24}" dt="2025-12-16T15:45:14.897" v="293" actId="1076"/>
          <ac:picMkLst>
            <pc:docMk/>
            <pc:sldMk cId="4099582453" sldId="327"/>
            <ac:picMk id="5" creationId="{F4593CEC-DB87-8ABD-4C00-2ECF8D72A5E5}"/>
          </ac:picMkLst>
        </pc:picChg>
      </pc:sldChg>
      <pc:sldChg chg="addSp delSp modSp new">
        <pc:chgData name="Guest User" userId="" providerId="Windows Live" clId="Web-{08912473-FA07-E790-F3FB-0F1D64300A24}" dt="2025-12-16T18:12:11.557" v="754" actId="14100"/>
        <pc:sldMkLst>
          <pc:docMk/>
          <pc:sldMk cId="2469301532" sldId="328"/>
        </pc:sldMkLst>
        <pc:spChg chg="mod">
          <ac:chgData name="Guest User" userId="" providerId="Windows Live" clId="Web-{08912473-FA07-E790-F3FB-0F1D64300A24}" dt="2025-12-16T15:53:17.822" v="324" actId="20577"/>
          <ac:spMkLst>
            <pc:docMk/>
            <pc:sldMk cId="2469301532" sldId="328"/>
            <ac:spMk id="2" creationId="{4CC8EDCB-B552-F939-9636-E58280C97F9C}"/>
          </ac:spMkLst>
        </pc:spChg>
        <pc:spChg chg="add mod">
          <ac:chgData name="Guest User" userId="" providerId="Windows Live" clId="Web-{08912473-FA07-E790-F3FB-0F1D64300A24}" dt="2025-12-16T18:12:11.557" v="754" actId="14100"/>
          <ac:spMkLst>
            <pc:docMk/>
            <pc:sldMk cId="2469301532" sldId="328"/>
            <ac:spMk id="3" creationId="{5FC2271F-18B2-DE11-1637-28C3959F3F42}"/>
          </ac:spMkLst>
        </pc:spChg>
        <pc:spChg chg="del">
          <ac:chgData name="Guest User" userId="" providerId="Windows Live" clId="Web-{08912473-FA07-E790-F3FB-0F1D64300A24}" dt="2025-12-16T15:45:55.194" v="305"/>
          <ac:spMkLst>
            <pc:docMk/>
            <pc:sldMk cId="2469301532" sldId="328"/>
            <ac:spMk id="3" creationId="{95A14A60-AB48-7285-D6A7-CD747680F7DA}"/>
          </ac:spMkLst>
        </pc:spChg>
        <pc:picChg chg="add mod ord">
          <ac:chgData name="Guest User" userId="" providerId="Windows Live" clId="Web-{08912473-FA07-E790-F3FB-0F1D64300A24}" dt="2025-12-16T15:46:10.366" v="308" actId="1076"/>
          <ac:picMkLst>
            <pc:docMk/>
            <pc:sldMk cId="2469301532" sldId="328"/>
            <ac:picMk id="7" creationId="{4E7D6931-1F38-3D43-20FC-85AE550D021F}"/>
          </ac:picMkLst>
        </pc:picChg>
      </pc:sldChg>
      <pc:sldChg chg="modSp new">
        <pc:chgData name="Guest User" userId="" providerId="Windows Live" clId="Web-{08912473-FA07-E790-F3FB-0F1D64300A24}" dt="2025-12-16T15:54:09.183" v="333" actId="20577"/>
        <pc:sldMkLst>
          <pc:docMk/>
          <pc:sldMk cId="3378019991" sldId="329"/>
        </pc:sldMkLst>
        <pc:spChg chg="mod">
          <ac:chgData name="Guest User" userId="" providerId="Windows Live" clId="Web-{08912473-FA07-E790-F3FB-0F1D64300A24}" dt="2025-12-16T15:53:27.276" v="326" actId="20577"/>
          <ac:spMkLst>
            <pc:docMk/>
            <pc:sldMk cId="3378019991" sldId="329"/>
            <ac:spMk id="2" creationId="{8CF3D797-D5C2-A5FB-315D-4FC064A0F178}"/>
          </ac:spMkLst>
        </pc:spChg>
        <pc:spChg chg="mod">
          <ac:chgData name="Guest User" userId="" providerId="Windows Live" clId="Web-{08912473-FA07-E790-F3FB-0F1D64300A24}" dt="2025-12-16T15:54:09.183" v="333" actId="20577"/>
          <ac:spMkLst>
            <pc:docMk/>
            <pc:sldMk cId="3378019991" sldId="329"/>
            <ac:spMk id="3" creationId="{5A9D44C4-7F7F-C14E-9444-B7C9CDB59B1D}"/>
          </ac:spMkLst>
        </pc:spChg>
      </pc:sldChg>
      <pc:sldChg chg="modSp new">
        <pc:chgData name="Guest User" userId="" providerId="Windows Live" clId="Web-{08912473-FA07-E790-F3FB-0F1D64300A24}" dt="2025-12-16T15:57:27.824" v="372" actId="1076"/>
        <pc:sldMkLst>
          <pc:docMk/>
          <pc:sldMk cId="3049123284" sldId="330"/>
        </pc:sldMkLst>
        <pc:spChg chg="mod">
          <ac:chgData name="Guest User" userId="" providerId="Windows Live" clId="Web-{08912473-FA07-E790-F3FB-0F1D64300A24}" dt="2025-12-16T15:57:01.011" v="364" actId="1076"/>
          <ac:spMkLst>
            <pc:docMk/>
            <pc:sldMk cId="3049123284" sldId="330"/>
            <ac:spMk id="2" creationId="{AE6536FC-3081-0269-2299-939AFC553C0D}"/>
          </ac:spMkLst>
        </pc:spChg>
        <pc:spChg chg="mod">
          <ac:chgData name="Guest User" userId="" providerId="Windows Live" clId="Web-{08912473-FA07-E790-F3FB-0F1D64300A24}" dt="2025-12-16T15:57:27.824" v="372" actId="1076"/>
          <ac:spMkLst>
            <pc:docMk/>
            <pc:sldMk cId="3049123284" sldId="330"/>
            <ac:spMk id="3" creationId="{7D5458C0-F48F-D45A-75EE-63F479B11404}"/>
          </ac:spMkLst>
        </pc:spChg>
      </pc:sldChg>
      <pc:sldChg chg="addSp delSp modSp new mod setBg">
        <pc:chgData name="Guest User" userId="" providerId="Windows Live" clId="Web-{08912473-FA07-E790-F3FB-0F1D64300A24}" dt="2025-12-16T17:51:18.144" v="544" actId="14100"/>
        <pc:sldMkLst>
          <pc:docMk/>
          <pc:sldMk cId="4061796329" sldId="331"/>
        </pc:sldMkLst>
        <pc:spChg chg="mod">
          <ac:chgData name="Guest User" userId="" providerId="Windows Live" clId="Web-{08912473-FA07-E790-F3FB-0F1D64300A24}" dt="2025-12-16T17:51:13.753" v="542"/>
          <ac:spMkLst>
            <pc:docMk/>
            <pc:sldMk cId="4061796329" sldId="331"/>
            <ac:spMk id="2" creationId="{1F1A6997-01F3-889B-69D5-CA91591BCD8D}"/>
          </ac:spMkLst>
        </pc:spChg>
        <pc:spChg chg="add del mod">
          <ac:chgData name="Guest User" userId="" providerId="Windows Live" clId="Web-{08912473-FA07-E790-F3FB-0F1D64300A24}" dt="2025-12-16T17:51:18.144" v="544" actId="14100"/>
          <ac:spMkLst>
            <pc:docMk/>
            <pc:sldMk cId="4061796329" sldId="331"/>
            <ac:spMk id="3" creationId="{1F453DFA-77FD-1265-3DE3-48B25AB3270E}"/>
          </ac:spMkLst>
        </pc:spChg>
        <pc:spChg chg="mod">
          <ac:chgData name="Guest User" userId="" providerId="Windows Live" clId="Web-{08912473-FA07-E790-F3FB-0F1D64300A24}" dt="2025-12-16T17:51:13.753" v="542"/>
          <ac:spMkLst>
            <pc:docMk/>
            <pc:sldMk cId="4061796329" sldId="331"/>
            <ac:spMk id="4" creationId="{B458A71F-CE5D-3758-1E5B-1F10F11DCE48}"/>
          </ac:spMkLst>
        </pc:spChg>
        <pc:spChg chg="add del mod">
          <ac:chgData name="Guest User" userId="" providerId="Windows Live" clId="Web-{08912473-FA07-E790-F3FB-0F1D64300A24}" dt="2025-12-16T17:51:13.753" v="542"/>
          <ac:spMkLst>
            <pc:docMk/>
            <pc:sldMk cId="4061796329" sldId="331"/>
            <ac:spMk id="5" creationId="{30E04E3E-4798-396E-48C6-18D3DAE52992}"/>
          </ac:spMkLst>
        </pc:spChg>
        <pc:spChg chg="mod">
          <ac:chgData name="Guest User" userId="" providerId="Windows Live" clId="Web-{08912473-FA07-E790-F3FB-0F1D64300A24}" dt="2025-12-16T17:51:13.753" v="542"/>
          <ac:spMkLst>
            <pc:docMk/>
            <pc:sldMk cId="4061796329" sldId="331"/>
            <ac:spMk id="6" creationId="{E33304E6-95BF-E0B9-6A60-3E2CF25BBBE7}"/>
          </ac:spMkLst>
        </pc:spChg>
        <pc:spChg chg="add del">
          <ac:chgData name="Guest User" userId="" providerId="Windows Live" clId="Web-{08912473-FA07-E790-F3FB-0F1D64300A24}" dt="2025-12-16T17:51:13.753" v="542"/>
          <ac:spMkLst>
            <pc:docMk/>
            <pc:sldMk cId="4061796329" sldId="331"/>
            <ac:spMk id="10" creationId="{907EF6B7-1338-4443-8C46-6A318D952DFD}"/>
          </ac:spMkLst>
        </pc:spChg>
        <pc:spChg chg="add del">
          <ac:chgData name="Guest User" userId="" providerId="Windows Live" clId="Web-{08912473-FA07-E790-F3FB-0F1D64300A24}" dt="2025-12-16T17:50:26.628" v="538"/>
          <ac:spMkLst>
            <pc:docMk/>
            <pc:sldMk cId="4061796329" sldId="331"/>
            <ac:spMk id="11" creationId="{C2554CA6-288E-4202-BC52-2E5A8F0C0AED}"/>
          </ac:spMkLst>
        </pc:spChg>
        <pc:spChg chg="add del">
          <ac:chgData name="Guest User" userId="" providerId="Windows Live" clId="Web-{08912473-FA07-E790-F3FB-0F1D64300A24}" dt="2025-12-16T17:51:13.753" v="542"/>
          <ac:spMkLst>
            <pc:docMk/>
            <pc:sldMk cId="4061796329" sldId="331"/>
            <ac:spMk id="12" creationId="{DAAE4CDD-124C-4DCF-9584-B6033B545DD5}"/>
          </ac:spMkLst>
        </pc:spChg>
        <pc:spChg chg="add del">
          <ac:chgData name="Guest User" userId="" providerId="Windows Live" clId="Web-{08912473-FA07-E790-F3FB-0F1D64300A24}" dt="2025-12-16T17:49:03.111" v="512"/>
          <ac:spMkLst>
            <pc:docMk/>
            <pc:sldMk cId="4061796329" sldId="331"/>
            <ac:spMk id="13" creationId="{B50AB553-2A96-4A92-96F2-93548E096954}"/>
          </ac:spMkLst>
        </pc:spChg>
        <pc:spChg chg="add del">
          <ac:chgData name="Guest User" userId="" providerId="Windows Live" clId="Web-{08912473-FA07-E790-F3FB-0F1D64300A24}" dt="2025-12-16T17:51:13.753" v="542"/>
          <ac:spMkLst>
            <pc:docMk/>
            <pc:sldMk cId="4061796329" sldId="331"/>
            <ac:spMk id="14" creationId="{081E4A58-353D-44AE-B2FC-2A74E2E400F7}"/>
          </ac:spMkLst>
        </pc:spChg>
        <pc:spChg chg="add del mod">
          <ac:chgData name="Guest User" userId="" providerId="Windows Live" clId="Web-{08912473-FA07-E790-F3FB-0F1D64300A24}" dt="2025-12-16T17:50:26.628" v="538"/>
          <ac:spMkLst>
            <pc:docMk/>
            <pc:sldMk cId="4061796329" sldId="331"/>
            <ac:spMk id="15" creationId="{5B7778FC-632E-4DCA-A7CB-0D7731CCF970}"/>
          </ac:spMkLst>
        </pc:spChg>
        <pc:spChg chg="add del mod">
          <ac:chgData name="Guest User" userId="" providerId="Windows Live" clId="Web-{08912473-FA07-E790-F3FB-0F1D64300A24}" dt="2025-12-16T17:50:26.628" v="538"/>
          <ac:spMkLst>
            <pc:docMk/>
            <pc:sldMk cId="4061796329" sldId="331"/>
            <ac:spMk id="16" creationId="{B10BB131-AC8E-4A8E-A5D1-36260F720C3B}"/>
          </ac:spMkLst>
        </pc:spChg>
        <pc:spChg chg="add del mod">
          <ac:chgData name="Guest User" userId="" providerId="Windows Live" clId="Web-{08912473-FA07-E790-F3FB-0F1D64300A24}" dt="2025-12-16T17:50:26.628" v="538"/>
          <ac:spMkLst>
            <pc:docMk/>
            <pc:sldMk cId="4061796329" sldId="331"/>
            <ac:spMk id="17" creationId="{FA23A907-97FB-4A8F-880A-DD77401C4296}"/>
          </ac:spMkLst>
        </pc:spChg>
        <pc:spChg chg="add del">
          <ac:chgData name="Guest User" userId="" providerId="Windows Live" clId="Web-{08912473-FA07-E790-F3FB-0F1D64300A24}" dt="2025-12-16T17:50:26.628" v="538"/>
          <ac:spMkLst>
            <pc:docMk/>
            <pc:sldMk cId="4061796329" sldId="331"/>
            <ac:spMk id="18" creationId="{1F453DFA-77FD-1265-3DE3-48B25AB3270E}"/>
          </ac:spMkLst>
        </pc:spChg>
        <pc:graphicFrameChg chg="add del">
          <ac:chgData name="Guest User" userId="" providerId="Windows Live" clId="Web-{08912473-FA07-E790-F3FB-0F1D64300A24}" dt="2025-12-16T17:49:03.111" v="512"/>
          <ac:graphicFrameMkLst>
            <pc:docMk/>
            <pc:sldMk cId="4061796329" sldId="331"/>
            <ac:graphicFrameMk id="8" creationId="{8724E16D-08B3-6A13-7150-77ACD6344625}"/>
          </ac:graphicFrameMkLst>
        </pc:graphicFrameChg>
        <pc:picChg chg="add del">
          <ac:chgData name="Guest User" userId="" providerId="Windows Live" clId="Web-{08912473-FA07-E790-F3FB-0F1D64300A24}" dt="2025-12-16T17:49:03.111" v="512"/>
          <ac:picMkLst>
            <pc:docMk/>
            <pc:sldMk cId="4061796329" sldId="331"/>
            <ac:picMk id="9" creationId="{BC39CD72-BBB8-C330-5C28-120C625DE5BA}"/>
          </ac:picMkLst>
        </pc:picChg>
      </pc:sldChg>
      <pc:sldChg chg="addSp delSp modSp new mod chgLayout">
        <pc:chgData name="Guest User" userId="" providerId="Windows Live" clId="Web-{08912473-FA07-E790-F3FB-0F1D64300A24}" dt="2025-12-16T18:04:51.086" v="692" actId="14100"/>
        <pc:sldMkLst>
          <pc:docMk/>
          <pc:sldMk cId="3459249749" sldId="332"/>
        </pc:sldMkLst>
        <pc:spChg chg="mod ord">
          <ac:chgData name="Guest User" userId="" providerId="Windows Live" clId="Web-{08912473-FA07-E790-F3FB-0F1D64300A24}" dt="2025-12-16T17:52:56.898" v="565" actId="20577"/>
          <ac:spMkLst>
            <pc:docMk/>
            <pc:sldMk cId="3459249749" sldId="332"/>
            <ac:spMk id="2" creationId="{D7C5C380-1CB5-B471-80BF-4646708E8306}"/>
          </ac:spMkLst>
        </pc:spChg>
        <pc:spChg chg="mod ord">
          <ac:chgData name="Guest User" userId="" providerId="Windows Live" clId="Web-{08912473-FA07-E790-F3FB-0F1D64300A24}" dt="2025-12-16T17:58:31.186" v="636" actId="14100"/>
          <ac:spMkLst>
            <pc:docMk/>
            <pc:sldMk cId="3459249749" sldId="332"/>
            <ac:spMk id="3" creationId="{6C97DF2A-2D13-FAA9-7DDB-0860CD9D5A3D}"/>
          </ac:spMkLst>
        </pc:spChg>
        <pc:spChg chg="mod ord">
          <ac:chgData name="Guest User" userId="" providerId="Windows Live" clId="Web-{08912473-FA07-E790-F3FB-0F1D64300A24}" dt="2025-12-16T17:51:40.066" v="545"/>
          <ac:spMkLst>
            <pc:docMk/>
            <pc:sldMk cId="3459249749" sldId="332"/>
            <ac:spMk id="4" creationId="{AB91AC8D-8438-8E82-1F62-1E3D431D6E80}"/>
          </ac:spMkLst>
        </pc:spChg>
        <pc:spChg chg="mod ord">
          <ac:chgData name="Guest User" userId="" providerId="Windows Live" clId="Web-{08912473-FA07-E790-F3FB-0F1D64300A24}" dt="2025-12-16T17:51:40.066" v="545"/>
          <ac:spMkLst>
            <pc:docMk/>
            <pc:sldMk cId="3459249749" sldId="332"/>
            <ac:spMk id="5" creationId="{667C135F-7445-D866-95CF-34FD581C804C}"/>
          </ac:spMkLst>
        </pc:spChg>
        <pc:spChg chg="add del mod ord">
          <ac:chgData name="Guest User" userId="" providerId="Windows Live" clId="Web-{08912473-FA07-E790-F3FB-0F1D64300A24}" dt="2025-12-16T17:55:08.660" v="597"/>
          <ac:spMkLst>
            <pc:docMk/>
            <pc:sldMk cId="3459249749" sldId="332"/>
            <ac:spMk id="7" creationId="{407C95B9-3186-3AFE-BBE8-0C205B7E6194}"/>
          </ac:spMkLst>
        </pc:spChg>
        <pc:spChg chg="add del mod ord">
          <ac:chgData name="Guest User" userId="" providerId="Windows Live" clId="Web-{08912473-FA07-E790-F3FB-0F1D64300A24}" dt="2025-12-16T18:00:24.752" v="658"/>
          <ac:spMkLst>
            <pc:docMk/>
            <pc:sldMk cId="3459249749" sldId="332"/>
            <ac:spMk id="8" creationId="{9B2B5646-44D9-31E2-C8A3-34F895D90E2E}"/>
          </ac:spMkLst>
        </pc:spChg>
        <pc:spChg chg="add del mod ord">
          <ac:chgData name="Guest User" userId="" providerId="Windows Live" clId="Web-{08912473-FA07-E790-F3FB-0F1D64300A24}" dt="2025-12-16T18:01:19.378" v="666"/>
          <ac:spMkLst>
            <pc:docMk/>
            <pc:sldMk cId="3459249749" sldId="332"/>
            <ac:spMk id="9" creationId="{FC7E944C-4C3F-9F19-C841-3EB954069AB1}"/>
          </ac:spMkLst>
        </pc:spChg>
        <pc:spChg chg="add mod ord">
          <ac:chgData name="Guest User" userId="" providerId="Windows Live" clId="Web-{08912473-FA07-E790-F3FB-0F1D64300A24}" dt="2025-12-16T17:53:05.852" v="571" actId="20577"/>
          <ac:spMkLst>
            <pc:docMk/>
            <pc:sldMk cId="3459249749" sldId="332"/>
            <ac:spMk id="10" creationId="{5943CEA0-A7C3-1A66-2A26-9168366C3E1F}"/>
          </ac:spMkLst>
        </pc:spChg>
        <pc:spChg chg="add mod ord">
          <ac:chgData name="Guest User" userId="" providerId="Windows Live" clId="Web-{08912473-FA07-E790-F3FB-0F1D64300A24}" dt="2025-12-16T17:58:28.061" v="635" actId="14100"/>
          <ac:spMkLst>
            <pc:docMk/>
            <pc:sldMk cId="3459249749" sldId="332"/>
            <ac:spMk id="11" creationId="{06127001-B9C0-4917-F23C-6FDC896D8D3E}"/>
          </ac:spMkLst>
        </pc:spChg>
        <pc:spChg chg="add mod ord">
          <ac:chgData name="Guest User" userId="" providerId="Windows Live" clId="Web-{08912473-FA07-E790-F3FB-0F1D64300A24}" dt="2025-12-16T17:53:14.681" v="578" actId="20577"/>
          <ac:spMkLst>
            <pc:docMk/>
            <pc:sldMk cId="3459249749" sldId="332"/>
            <ac:spMk id="12" creationId="{EF9F869B-4FC1-86B3-EB8C-54512F72CE47}"/>
          </ac:spMkLst>
        </pc:spChg>
        <pc:spChg chg="mod">
          <ac:chgData name="Guest User" userId="" providerId="Windows Live" clId="Web-{08912473-FA07-E790-F3FB-0F1D64300A24}" dt="2025-12-16T17:58:25.014" v="634" actId="14100"/>
          <ac:spMkLst>
            <pc:docMk/>
            <pc:sldMk cId="3459249749" sldId="332"/>
            <ac:spMk id="13" creationId="{4ABFC754-E418-7EA4-5EC1-26B775005134}"/>
          </ac:spMkLst>
        </pc:spChg>
        <pc:spChg chg="add mod">
          <ac:chgData name="Guest User" userId="" providerId="Windows Live" clId="Web-{08912473-FA07-E790-F3FB-0F1D64300A24}" dt="2025-12-16T17:52:30.114" v="556" actId="20577"/>
          <ac:spMkLst>
            <pc:docMk/>
            <pc:sldMk cId="3459249749" sldId="332"/>
            <ac:spMk id="14" creationId="{37E500C4-A83A-A72A-9F33-3C185D7CCB76}"/>
          </ac:spMkLst>
        </pc:spChg>
        <pc:spChg chg="add del">
          <ac:chgData name="Guest User" userId="" providerId="Windows Live" clId="Web-{08912473-FA07-E790-F3FB-0F1D64300A24}" dt="2025-12-16T17:54:23.219" v="593"/>
          <ac:spMkLst>
            <pc:docMk/>
            <pc:sldMk cId="3459249749" sldId="332"/>
            <ac:spMk id="15" creationId="{ACCC2114-BAA5-881D-5CEA-910170DDA67F}"/>
          </ac:spMkLst>
        </pc:spChg>
        <pc:spChg chg="add mod">
          <ac:chgData name="Guest User" userId="" providerId="Windows Live" clId="Web-{08912473-FA07-E790-F3FB-0F1D64300A24}" dt="2025-12-16T17:59:47.548" v="653"/>
          <ac:spMkLst>
            <pc:docMk/>
            <pc:sldMk cId="3459249749" sldId="332"/>
            <ac:spMk id="16" creationId="{D52A5495-ED55-712F-5CAF-E50D980D1002}"/>
          </ac:spMkLst>
        </pc:spChg>
        <pc:spChg chg="add del mod">
          <ac:chgData name="Guest User" userId="" providerId="Windows Live" clId="Web-{08912473-FA07-E790-F3FB-0F1D64300A24}" dt="2025-12-16T18:03:23.506" v="675"/>
          <ac:spMkLst>
            <pc:docMk/>
            <pc:sldMk cId="3459249749" sldId="332"/>
            <ac:spMk id="22" creationId="{8D491FA9-2DEE-B50D-55DE-BD31925077C9}"/>
          </ac:spMkLst>
        </pc:spChg>
        <pc:picChg chg="add mod ord modCrop">
          <ac:chgData name="Guest User" userId="" providerId="Windows Live" clId="Web-{08912473-FA07-E790-F3FB-0F1D64300A24}" dt="2025-12-16T17:55:41.318" v="605" actId="14100"/>
          <ac:picMkLst>
            <pc:docMk/>
            <pc:sldMk cId="3459249749" sldId="332"/>
            <ac:picMk id="17" creationId="{7C0D6F81-F1F0-1318-2A7E-19A58849DC4A}"/>
          </ac:picMkLst>
        </pc:picChg>
        <pc:picChg chg="add del mod ord">
          <ac:chgData name="Guest User" userId="" providerId="Windows Live" clId="Web-{08912473-FA07-E790-F3FB-0F1D64300A24}" dt="2025-12-16T18:00:17.111" v="657"/>
          <ac:picMkLst>
            <pc:docMk/>
            <pc:sldMk cId="3459249749" sldId="332"/>
            <ac:picMk id="18" creationId="{08360411-DDF3-8809-93E5-852E5460F66A}"/>
          </ac:picMkLst>
        </pc:picChg>
        <pc:picChg chg="add mod ord modCrop">
          <ac:chgData name="Guest User" userId="" providerId="Windows Live" clId="Web-{08912473-FA07-E790-F3FB-0F1D64300A24}" dt="2025-12-16T18:01:02.347" v="665"/>
          <ac:picMkLst>
            <pc:docMk/>
            <pc:sldMk cId="3459249749" sldId="332"/>
            <ac:picMk id="19" creationId="{3B53C7E7-E9C4-8DA0-7F6F-2841FCEFE40F}"/>
          </ac:picMkLst>
        </pc:picChg>
        <pc:picChg chg="add del mod ord modCrop">
          <ac:chgData name="Guest User" userId="" providerId="Windows Live" clId="Web-{08912473-FA07-E790-F3FB-0F1D64300A24}" dt="2025-12-16T18:01:57.551" v="674"/>
          <ac:picMkLst>
            <pc:docMk/>
            <pc:sldMk cId="3459249749" sldId="332"/>
            <ac:picMk id="20" creationId="{375EF23E-168E-ECA4-3B01-07C8F3F669CA}"/>
          </ac:picMkLst>
        </pc:picChg>
        <pc:picChg chg="add mod ord modCrop">
          <ac:chgData name="Guest User" userId="" providerId="Windows Live" clId="Web-{08912473-FA07-E790-F3FB-0F1D64300A24}" dt="2025-12-16T18:04:51.086" v="692" actId="14100"/>
          <ac:picMkLst>
            <pc:docMk/>
            <pc:sldMk cId="3459249749" sldId="332"/>
            <ac:picMk id="23" creationId="{FE7799A9-6BB6-E26B-1F2B-C1362BCA084A}"/>
          </ac:picMkLst>
        </pc:picChg>
      </pc:sldChg>
      <pc:sldChg chg="modSp new ord">
        <pc:chgData name="Guest User" userId="" providerId="Windows Live" clId="Web-{08912473-FA07-E790-F3FB-0F1D64300A24}" dt="2025-12-16T15:56:13.511" v="356"/>
        <pc:sldMkLst>
          <pc:docMk/>
          <pc:sldMk cId="44554331" sldId="333"/>
        </pc:sldMkLst>
        <pc:spChg chg="mod">
          <ac:chgData name="Guest User" userId="" providerId="Windows Live" clId="Web-{08912473-FA07-E790-F3FB-0F1D64300A24}" dt="2025-12-16T15:55:43.089" v="349" actId="1076"/>
          <ac:spMkLst>
            <pc:docMk/>
            <pc:sldMk cId="44554331" sldId="333"/>
            <ac:spMk id="2" creationId="{D1ACA66C-749C-48B5-5C05-90FE2DC44ED0}"/>
          </ac:spMkLst>
        </pc:spChg>
        <pc:spChg chg="mod">
          <ac:chgData name="Guest User" userId="" providerId="Windows Live" clId="Web-{08912473-FA07-E790-F3FB-0F1D64300A24}" dt="2025-12-16T15:56:09.058" v="354" actId="20577"/>
          <ac:spMkLst>
            <pc:docMk/>
            <pc:sldMk cId="44554331" sldId="333"/>
            <ac:spMk id="3" creationId="{4EA1279A-483B-65CC-4A7E-F913DFB931F3}"/>
          </ac:spMkLst>
        </pc:spChg>
      </pc:sldChg>
      <pc:sldChg chg="addSp modSp new">
        <pc:chgData name="Guest User" userId="" providerId="Windows Live" clId="Web-{08912473-FA07-E790-F3FB-0F1D64300A24}" dt="2025-12-16T18:05:59.103" v="701" actId="14100"/>
        <pc:sldMkLst>
          <pc:docMk/>
          <pc:sldMk cId="3367173481" sldId="334"/>
        </pc:sldMkLst>
        <pc:spChg chg="mod">
          <ac:chgData name="Guest User" userId="" providerId="Windows Live" clId="Web-{08912473-FA07-E790-F3FB-0F1D64300A24}" dt="2025-12-16T16:01:32.981" v="421" actId="20577"/>
          <ac:spMkLst>
            <pc:docMk/>
            <pc:sldMk cId="3367173481" sldId="334"/>
            <ac:spMk id="2" creationId="{222D5F12-B897-D406-E6E5-BF0D5BAC94EC}"/>
          </ac:spMkLst>
        </pc:spChg>
        <pc:spChg chg="mod">
          <ac:chgData name="Guest User" userId="" providerId="Windows Live" clId="Web-{08912473-FA07-E790-F3FB-0F1D64300A24}" dt="2025-12-16T18:05:16.008" v="695" actId="14100"/>
          <ac:spMkLst>
            <pc:docMk/>
            <pc:sldMk cId="3367173481" sldId="334"/>
            <ac:spMk id="3" creationId="{5F50D25E-1380-4430-6CA8-EFC23AAEF93F}"/>
          </ac:spMkLst>
        </pc:spChg>
        <pc:picChg chg="add mod">
          <ac:chgData name="Guest User" userId="" providerId="Windows Live" clId="Web-{08912473-FA07-E790-F3FB-0F1D64300A24}" dt="2025-12-16T18:05:59.103" v="701" actId="14100"/>
          <ac:picMkLst>
            <pc:docMk/>
            <pc:sldMk cId="3367173481" sldId="334"/>
            <ac:picMk id="7" creationId="{AD2FDAE8-FF24-82DA-FA24-F8AED2496AFC}"/>
          </ac:picMkLst>
        </pc:picChg>
      </pc:sldChg>
      <pc:sldChg chg="addSp modSp new">
        <pc:chgData name="Guest User" userId="" providerId="Windows Live" clId="Web-{08912473-FA07-E790-F3FB-0F1D64300A24}" dt="2025-12-16T18:07:01.541" v="707" actId="1076"/>
        <pc:sldMkLst>
          <pc:docMk/>
          <pc:sldMk cId="744977330" sldId="335"/>
        </pc:sldMkLst>
        <pc:spChg chg="mod">
          <ac:chgData name="Guest User" userId="" providerId="Windows Live" clId="Web-{08912473-FA07-E790-F3FB-0F1D64300A24}" dt="2025-12-16T16:02:22.731" v="430" actId="1076"/>
          <ac:spMkLst>
            <pc:docMk/>
            <pc:sldMk cId="744977330" sldId="335"/>
            <ac:spMk id="2" creationId="{763B72A3-C174-E971-9613-DC02BAF66926}"/>
          </ac:spMkLst>
        </pc:spChg>
        <pc:spChg chg="mod">
          <ac:chgData name="Guest User" userId="" providerId="Windows Live" clId="Web-{08912473-FA07-E790-F3FB-0F1D64300A24}" dt="2025-12-16T16:02:39.903" v="438" actId="1076"/>
          <ac:spMkLst>
            <pc:docMk/>
            <pc:sldMk cId="744977330" sldId="335"/>
            <ac:spMk id="3" creationId="{6AD5E64A-73F4-38C7-60CA-1F4E1703A1E3}"/>
          </ac:spMkLst>
        </pc:spChg>
        <pc:picChg chg="add mod">
          <ac:chgData name="Guest User" userId="" providerId="Windows Live" clId="Web-{08912473-FA07-E790-F3FB-0F1D64300A24}" dt="2025-12-16T18:07:01.541" v="707" actId="1076"/>
          <ac:picMkLst>
            <pc:docMk/>
            <pc:sldMk cId="744977330" sldId="335"/>
            <ac:picMk id="7" creationId="{C181D057-D6F2-5FB8-A9EB-F11B05FA2DBF}"/>
          </ac:picMkLst>
        </pc:picChg>
      </pc:sldChg>
      <pc:sldChg chg="addSp modSp new">
        <pc:chgData name="Guest User" userId="" providerId="Windows Live" clId="Web-{08912473-FA07-E790-F3FB-0F1D64300A24}" dt="2025-12-16T17:38:34.701" v="489" actId="1076"/>
        <pc:sldMkLst>
          <pc:docMk/>
          <pc:sldMk cId="193590341" sldId="336"/>
        </pc:sldMkLst>
        <pc:spChg chg="mod">
          <ac:chgData name="Guest User" userId="" providerId="Windows Live" clId="Web-{08912473-FA07-E790-F3FB-0F1D64300A24}" dt="2025-12-16T16:03:26.435" v="446" actId="14100"/>
          <ac:spMkLst>
            <pc:docMk/>
            <pc:sldMk cId="193590341" sldId="336"/>
            <ac:spMk id="2" creationId="{0244EF89-D39A-E94F-5C04-8462FDA1DF3D}"/>
          </ac:spMkLst>
        </pc:spChg>
        <pc:spChg chg="mod">
          <ac:chgData name="Guest User" userId="" providerId="Windows Live" clId="Web-{08912473-FA07-E790-F3FB-0F1D64300A24}" dt="2025-12-16T17:37:59.027" v="483" actId="14100"/>
          <ac:spMkLst>
            <pc:docMk/>
            <pc:sldMk cId="193590341" sldId="336"/>
            <ac:spMk id="3" creationId="{F00662E2-0EE4-74C2-F672-72D9B5F08918}"/>
          </ac:spMkLst>
        </pc:spChg>
        <pc:picChg chg="add mod">
          <ac:chgData name="Guest User" userId="" providerId="Windows Live" clId="Web-{08912473-FA07-E790-F3FB-0F1D64300A24}" dt="2025-12-16T17:37:48.870" v="481" actId="1076"/>
          <ac:picMkLst>
            <pc:docMk/>
            <pc:sldMk cId="193590341" sldId="336"/>
            <ac:picMk id="7" creationId="{647F93E7-AD06-5A0E-960F-728BB1983BEB}"/>
          </ac:picMkLst>
        </pc:picChg>
        <pc:picChg chg="add mod">
          <ac:chgData name="Guest User" userId="" providerId="Windows Live" clId="Web-{08912473-FA07-E790-F3FB-0F1D64300A24}" dt="2025-12-16T17:38:34.701" v="489" actId="1076"/>
          <ac:picMkLst>
            <pc:docMk/>
            <pc:sldMk cId="193590341" sldId="336"/>
            <ac:picMk id="8" creationId="{38E16AEC-09D6-47CD-F721-4A8DB2589A20}"/>
          </ac:picMkLst>
        </pc:picChg>
      </pc:sldChg>
      <pc:sldChg chg="modSp new">
        <pc:chgData name="Guest User" userId="" providerId="Windows Live" clId="Web-{08912473-FA07-E790-F3FB-0F1D64300A24}" dt="2025-12-16T16:04:43.169" v="469" actId="20577"/>
        <pc:sldMkLst>
          <pc:docMk/>
          <pc:sldMk cId="2312640990" sldId="337"/>
        </pc:sldMkLst>
        <pc:spChg chg="mod">
          <ac:chgData name="Guest User" userId="" providerId="Windows Live" clId="Web-{08912473-FA07-E790-F3FB-0F1D64300A24}" dt="2025-12-16T16:04:31.747" v="463" actId="1076"/>
          <ac:spMkLst>
            <pc:docMk/>
            <pc:sldMk cId="2312640990" sldId="337"/>
            <ac:spMk id="2" creationId="{01D3AFE8-7D86-7054-6423-EAEEEFE9D788}"/>
          </ac:spMkLst>
        </pc:spChg>
        <pc:spChg chg="mod">
          <ac:chgData name="Guest User" userId="" providerId="Windows Live" clId="Web-{08912473-FA07-E790-F3FB-0F1D64300A24}" dt="2025-12-16T16:04:43.169" v="469" actId="20577"/>
          <ac:spMkLst>
            <pc:docMk/>
            <pc:sldMk cId="2312640990" sldId="337"/>
            <ac:spMk id="3" creationId="{068C350A-B4C4-C57C-6149-B97D0C01FC64}"/>
          </ac:spMkLst>
        </pc:spChg>
      </pc:sldChg>
      <pc:sldChg chg="addSp delSp modSp new">
        <pc:chgData name="Guest User" userId="" providerId="Windows Live" clId="Web-{08912473-FA07-E790-F3FB-0F1D64300A24}" dt="2025-12-16T17:48:18.454" v="507" actId="14100"/>
        <pc:sldMkLst>
          <pc:docMk/>
          <pc:sldMk cId="42396076" sldId="338"/>
        </pc:sldMkLst>
        <pc:spChg chg="mod">
          <ac:chgData name="Guest User" userId="" providerId="Windows Live" clId="Web-{08912473-FA07-E790-F3FB-0F1D64300A24}" dt="2025-12-16T17:47:45.547" v="503" actId="14100"/>
          <ac:spMkLst>
            <pc:docMk/>
            <pc:sldMk cId="42396076" sldId="338"/>
            <ac:spMk id="2" creationId="{33FA268C-B353-AC7B-4260-CEB6C8E9FD01}"/>
          </ac:spMkLst>
        </pc:spChg>
        <pc:spChg chg="del">
          <ac:chgData name="Guest User" userId="" providerId="Windows Live" clId="Web-{08912473-FA07-E790-F3FB-0F1D64300A24}" dt="2025-12-16T17:48:11.188" v="504"/>
          <ac:spMkLst>
            <pc:docMk/>
            <pc:sldMk cId="42396076" sldId="338"/>
            <ac:spMk id="3" creationId="{5C8B086E-8406-70FA-CE42-8CC20865DD97}"/>
          </ac:spMkLst>
        </pc:spChg>
        <pc:picChg chg="add mod ord">
          <ac:chgData name="Guest User" userId="" providerId="Windows Live" clId="Web-{08912473-FA07-E790-F3FB-0F1D64300A24}" dt="2025-12-16T17:48:18.454" v="507" actId="14100"/>
          <ac:picMkLst>
            <pc:docMk/>
            <pc:sldMk cId="42396076" sldId="338"/>
            <ac:picMk id="7" creationId="{4261CDDE-4DD5-E8B7-4352-5B2EA1E9C199}"/>
          </ac:picMkLst>
        </pc:picChg>
      </pc:sldChg>
    </pc:docChg>
  </pc:docChgLst>
  <pc:docChgLst>
    <pc:chgData name="Guest User" providerId="Windows Live" clId="Web-{66A6D423-C22F-A19F-4A66-5B9202B8123F}"/>
    <pc:docChg chg="modSld">
      <pc:chgData name="Guest User" userId="" providerId="Windows Live" clId="Web-{66A6D423-C22F-A19F-4A66-5B9202B8123F}" dt="2025-12-16T18:24:36.387" v="71" actId="20577"/>
      <pc:docMkLst>
        <pc:docMk/>
      </pc:docMkLst>
      <pc:sldChg chg="addSp modSp">
        <pc:chgData name="Guest User" userId="" providerId="Windows Live" clId="Web-{66A6D423-C22F-A19F-4A66-5B9202B8123F}" dt="2025-12-16T18:24:36.387" v="71" actId="20577"/>
        <pc:sldMkLst>
          <pc:docMk/>
          <pc:sldMk cId="4099582453" sldId="327"/>
        </pc:sldMkLst>
        <pc:spChg chg="mod">
          <ac:chgData name="Guest User" userId="" providerId="Windows Live" clId="Web-{66A6D423-C22F-A19F-4A66-5B9202B8123F}" dt="2025-12-16T18:23:16.321" v="56" actId="14100"/>
          <ac:spMkLst>
            <pc:docMk/>
            <pc:sldMk cId="4099582453" sldId="327"/>
            <ac:spMk id="3" creationId="{B2EC97B2-007C-53C7-CBCE-C0004AA6BB2E}"/>
          </ac:spMkLst>
        </pc:spChg>
        <pc:spChg chg="add mod">
          <ac:chgData name="Guest User" userId="" providerId="Windows Live" clId="Web-{66A6D423-C22F-A19F-4A66-5B9202B8123F}" dt="2025-12-16T18:24:36.387" v="71" actId="20577"/>
          <ac:spMkLst>
            <pc:docMk/>
            <pc:sldMk cId="4099582453" sldId="327"/>
            <ac:spMk id="6" creationId="{999A5203-6E6D-EF43-623F-3FC68001176D}"/>
          </ac:spMkLst>
        </pc:spChg>
        <pc:picChg chg="mod">
          <ac:chgData name="Guest User" userId="" providerId="Windows Live" clId="Web-{66A6D423-C22F-A19F-4A66-5B9202B8123F}" dt="2025-12-16T18:21:56.410" v="48" actId="1076"/>
          <ac:picMkLst>
            <pc:docMk/>
            <pc:sldMk cId="4099582453" sldId="327"/>
            <ac:picMk id="5" creationId="{F4593CEC-DB87-8ABD-4C00-2ECF8D72A5E5}"/>
          </ac:picMkLst>
        </pc:picChg>
      </pc:sldChg>
    </pc:docChg>
  </pc:docChgLst>
  <pc:docChgLst>
    <pc:chgData name="Guest User" providerId="Windows Live" clId="Web-{3D06F5EE-2D18-9803-32B5-FB76DDA0381E}"/>
    <pc:docChg chg="addSld delSld">
      <pc:chgData name="Guest User" userId="" providerId="Windows Live" clId="Web-{3D06F5EE-2D18-9803-32B5-FB76DDA0381E}" dt="2025-12-13T15:54:35.457" v="1"/>
      <pc:docMkLst>
        <pc:docMk/>
      </pc:docMkLst>
    </pc:docChg>
  </pc:docChgLst>
  <pc:docChgLst>
    <pc:chgData name="Guest User" providerId="Windows Live" clId="Web-{95184FF4-8C7E-E9B4-5461-AE14241E99CD}"/>
    <pc:docChg chg="addSld delSld modSld sldOrd">
      <pc:chgData name="Guest User" userId="" providerId="Windows Live" clId="Web-{95184FF4-8C7E-E9B4-5461-AE14241E99CD}" dt="2025-12-17T14:20:59.932" v="12" actId="20577"/>
      <pc:docMkLst>
        <pc:docMk/>
      </pc:docMkLst>
      <pc:sldChg chg="modSp">
        <pc:chgData name="Guest User" userId="" providerId="Windows Live" clId="Web-{95184FF4-8C7E-E9B4-5461-AE14241E99CD}" dt="2025-12-17T14:17:30.650" v="2" actId="1076"/>
        <pc:sldMkLst>
          <pc:docMk/>
          <pc:sldMk cId="744977330" sldId="335"/>
        </pc:sldMkLst>
        <pc:spChg chg="mod">
          <ac:chgData name="Guest User" userId="" providerId="Windows Live" clId="Web-{95184FF4-8C7E-E9B4-5461-AE14241E99CD}" dt="2025-12-17T14:17:30.650" v="2" actId="1076"/>
          <ac:spMkLst>
            <pc:docMk/>
            <pc:sldMk cId="744977330" sldId="335"/>
            <ac:spMk id="2" creationId="{763B72A3-C174-E971-9613-DC02BAF66926}"/>
          </ac:spMkLst>
        </pc:spChg>
      </pc:sldChg>
      <pc:sldChg chg="modSp">
        <pc:chgData name="Guest User" userId="" providerId="Windows Live" clId="Web-{95184FF4-8C7E-E9B4-5461-AE14241E99CD}" dt="2025-12-17T14:17:37.415" v="4" actId="1076"/>
        <pc:sldMkLst>
          <pc:docMk/>
          <pc:sldMk cId="1918536127" sldId="339"/>
        </pc:sldMkLst>
        <pc:spChg chg="mod">
          <ac:chgData name="Guest User" userId="" providerId="Windows Live" clId="Web-{95184FF4-8C7E-E9B4-5461-AE14241E99CD}" dt="2025-12-17T14:17:37.415" v="4" actId="1076"/>
          <ac:spMkLst>
            <pc:docMk/>
            <pc:sldMk cId="1918536127" sldId="339"/>
            <ac:spMk id="2" creationId="{3440050B-1DA3-18C7-9952-B3B0249DBAD7}"/>
          </ac:spMkLst>
        </pc:spChg>
      </pc:sldChg>
      <pc:sldChg chg="add del replId">
        <pc:chgData name="Guest User" userId="" providerId="Windows Live" clId="Web-{95184FF4-8C7E-E9B4-5461-AE14241E99CD}" dt="2025-12-17T14:16:53.415" v="1"/>
        <pc:sldMkLst>
          <pc:docMk/>
          <pc:sldMk cId="2636727438" sldId="342"/>
        </pc:sldMkLst>
      </pc:sldChg>
      <pc:sldChg chg="modSp add ord replId">
        <pc:chgData name="Guest User" userId="" providerId="Windows Live" clId="Web-{95184FF4-8C7E-E9B4-5461-AE14241E99CD}" dt="2025-12-17T14:20:59.932" v="12" actId="20577"/>
        <pc:sldMkLst>
          <pc:docMk/>
          <pc:sldMk cId="4163556776" sldId="342"/>
        </pc:sldMkLst>
        <pc:spChg chg="mod">
          <ac:chgData name="Guest User" userId="" providerId="Windows Live" clId="Web-{95184FF4-8C7E-E9B4-5461-AE14241E99CD}" dt="2025-12-17T14:20:59.932" v="12" actId="20577"/>
          <ac:spMkLst>
            <pc:docMk/>
            <pc:sldMk cId="4163556776" sldId="342"/>
            <ac:spMk id="2" creationId="{4E26F6D5-F73F-A4CD-F6E5-B193FDB09D88}"/>
          </ac:spMkLst>
        </pc:spChg>
      </pc:sldChg>
    </pc:docChg>
  </pc:docChgLst>
  <pc:docChgLst>
    <pc:chgData name="Guest User" providerId="Windows Live" clId="Web-{410727D7-A297-D941-95C3-E106E9009710}"/>
    <pc:docChg chg="modSld">
      <pc:chgData name="Guest User" userId="" providerId="Windows Live" clId="Web-{410727D7-A297-D941-95C3-E106E9009710}" dt="2025-12-17T12:15:37.070" v="6" actId="1076"/>
      <pc:docMkLst>
        <pc:docMk/>
      </pc:docMkLst>
      <pc:sldChg chg="modSp">
        <pc:chgData name="Guest User" userId="" providerId="Windows Live" clId="Web-{410727D7-A297-D941-95C3-E106E9009710}" dt="2025-12-17T12:15:06.803" v="1" actId="1076"/>
        <pc:sldMkLst>
          <pc:docMk/>
          <pc:sldMk cId="1022725218" sldId="258"/>
        </pc:sldMkLst>
        <pc:spChg chg="mod">
          <ac:chgData name="Guest User" userId="" providerId="Windows Live" clId="Web-{410727D7-A297-D941-95C3-E106E9009710}" dt="2025-12-17T12:15:06.803" v="1" actId="1076"/>
          <ac:spMkLst>
            <pc:docMk/>
            <pc:sldMk cId="1022725218" sldId="258"/>
            <ac:spMk id="23" creationId="{8540F0AA-B5E4-1747-D1E0-88670E9068B1}"/>
          </ac:spMkLst>
        </pc:spChg>
      </pc:sldChg>
      <pc:sldChg chg="modSp">
        <pc:chgData name="Guest User" userId="" providerId="Windows Live" clId="Web-{410727D7-A297-D941-95C3-E106E9009710}" dt="2025-12-17T12:15:00.490" v="0" actId="1076"/>
        <pc:sldMkLst>
          <pc:docMk/>
          <pc:sldMk cId="4125404777" sldId="326"/>
        </pc:sldMkLst>
        <pc:spChg chg="mod">
          <ac:chgData name="Guest User" userId="" providerId="Windows Live" clId="Web-{410727D7-A297-D941-95C3-E106E9009710}" dt="2025-12-17T12:15:00.490" v="0" actId="1076"/>
          <ac:spMkLst>
            <pc:docMk/>
            <pc:sldMk cId="4125404777" sldId="326"/>
            <ac:spMk id="8" creationId="{63D26C28-C6EF-4EB1-4DE7-CC73D32DFE56}"/>
          </ac:spMkLst>
        </pc:spChg>
      </pc:sldChg>
      <pc:sldChg chg="modSp">
        <pc:chgData name="Guest User" userId="" providerId="Windows Live" clId="Web-{410727D7-A297-D941-95C3-E106E9009710}" dt="2025-12-17T12:15:20.897" v="3" actId="1076"/>
        <pc:sldMkLst>
          <pc:docMk/>
          <pc:sldMk cId="4099582453" sldId="327"/>
        </pc:sldMkLst>
        <pc:spChg chg="mod">
          <ac:chgData name="Guest User" userId="" providerId="Windows Live" clId="Web-{410727D7-A297-D941-95C3-E106E9009710}" dt="2025-12-17T12:15:20.897" v="3" actId="1076"/>
          <ac:spMkLst>
            <pc:docMk/>
            <pc:sldMk cId="4099582453" sldId="327"/>
            <ac:spMk id="2" creationId="{E7F403B9-A3D3-DDFB-3524-7F1FF31EFA5D}"/>
          </ac:spMkLst>
        </pc:spChg>
      </pc:sldChg>
      <pc:sldChg chg="modSp">
        <pc:chgData name="Guest User" userId="" providerId="Windows Live" clId="Web-{410727D7-A297-D941-95C3-E106E9009710}" dt="2025-12-17T12:15:32.117" v="5" actId="1076"/>
        <pc:sldMkLst>
          <pc:docMk/>
          <pc:sldMk cId="2469301532" sldId="328"/>
        </pc:sldMkLst>
        <pc:spChg chg="mod">
          <ac:chgData name="Guest User" userId="" providerId="Windows Live" clId="Web-{410727D7-A297-D941-95C3-E106E9009710}" dt="2025-12-17T12:15:32.117" v="5" actId="1076"/>
          <ac:spMkLst>
            <pc:docMk/>
            <pc:sldMk cId="2469301532" sldId="328"/>
            <ac:spMk id="2" creationId="{4CC8EDCB-B552-F939-9636-E58280C97F9C}"/>
          </ac:spMkLst>
        </pc:spChg>
      </pc:sldChg>
      <pc:sldChg chg="modSp">
        <pc:chgData name="Guest User" userId="" providerId="Windows Live" clId="Web-{410727D7-A297-D941-95C3-E106E9009710}" dt="2025-12-17T12:15:37.070" v="6" actId="1076"/>
        <pc:sldMkLst>
          <pc:docMk/>
          <pc:sldMk cId="3378019991" sldId="329"/>
        </pc:sldMkLst>
        <pc:spChg chg="mod">
          <ac:chgData name="Guest User" userId="" providerId="Windows Live" clId="Web-{410727D7-A297-D941-95C3-E106E9009710}" dt="2025-12-17T12:15:37.070" v="6" actId="1076"/>
          <ac:spMkLst>
            <pc:docMk/>
            <pc:sldMk cId="3378019991" sldId="329"/>
            <ac:spMk id="2" creationId="{8CF3D797-D5C2-A5FB-315D-4FC064A0F178}"/>
          </ac:spMkLst>
        </pc:spChg>
      </pc:sldChg>
    </pc:docChg>
  </pc:docChgLst>
  <pc:docChgLst>
    <pc:chgData name="Jacob Haegh" userId="b254186ed750d7ca" providerId="LiveId" clId="{7F215C46-B5E3-4DF2-A9A3-D58CE80A4735}"/>
    <pc:docChg chg="undo custSel addSld delSld modSld">
      <pc:chgData name="Jacob Haegh" userId="b254186ed750d7ca" providerId="LiveId" clId="{7F215C46-B5E3-4DF2-A9A3-D58CE80A4735}" dt="2025-12-17T12:41:58.931" v="10087" actId="313"/>
      <pc:docMkLst>
        <pc:docMk/>
      </pc:docMkLst>
      <pc:sldChg chg="modSp mod">
        <pc:chgData name="Jacob Haegh" userId="b254186ed750d7ca" providerId="LiveId" clId="{7F215C46-B5E3-4DF2-A9A3-D58CE80A4735}" dt="2025-12-13T16:04:02.193" v="9657" actId="20577"/>
        <pc:sldMkLst>
          <pc:docMk/>
          <pc:sldMk cId="1022725218" sldId="258"/>
        </pc:sldMkLst>
        <pc:spChg chg="mod">
          <ac:chgData name="Jacob Haegh" userId="b254186ed750d7ca" providerId="LiveId" clId="{7F215C46-B5E3-4DF2-A9A3-D58CE80A4735}" dt="2025-12-13T16:04:02.193" v="9657" actId="20577"/>
          <ac:spMkLst>
            <pc:docMk/>
            <pc:sldMk cId="1022725218" sldId="258"/>
            <ac:spMk id="2" creationId="{555E915B-F548-92AD-7466-4ADA970F5C0C}"/>
          </ac:spMkLst>
        </pc:spChg>
      </pc:sldChg>
      <pc:sldChg chg="addSp delSp modSp mod">
        <pc:chgData name="Jacob Haegh" userId="b254186ed750d7ca" providerId="LiveId" clId="{7F215C46-B5E3-4DF2-A9A3-D58CE80A4735}" dt="2025-12-13T17:29:51.299" v="9816" actId="790"/>
        <pc:sldMkLst>
          <pc:docMk/>
          <pc:sldMk cId="2320714135" sldId="260"/>
        </pc:sldMkLst>
        <pc:spChg chg="add mod">
          <ac:chgData name="Jacob Haegh" userId="b254186ed750d7ca" providerId="LiveId" clId="{7F215C46-B5E3-4DF2-A9A3-D58CE80A4735}" dt="2025-12-13T17:29:51.299" v="9816" actId="790"/>
          <ac:spMkLst>
            <pc:docMk/>
            <pc:sldMk cId="2320714135" sldId="260"/>
            <ac:spMk id="3" creationId="{0D4E8FAF-61B0-699A-F6B4-E95497AD67F3}"/>
          </ac:spMkLst>
        </pc:spChg>
        <pc:spChg chg="mod">
          <ac:chgData name="Jacob Haegh" userId="b254186ed750d7ca" providerId="LiveId" clId="{7F215C46-B5E3-4DF2-A9A3-D58CE80A4735}" dt="2025-12-13T17:29:51.299" v="9816" actId="790"/>
          <ac:spMkLst>
            <pc:docMk/>
            <pc:sldMk cId="2320714135" sldId="260"/>
            <ac:spMk id="22" creationId="{C1393C32-4593-A727-A772-60975780A8AB}"/>
          </ac:spMkLst>
        </pc:spChg>
        <pc:spChg chg="mod">
          <ac:chgData name="Jacob Haegh" userId="b254186ed750d7ca" providerId="LiveId" clId="{7F215C46-B5E3-4DF2-A9A3-D58CE80A4735}" dt="2025-12-13T17:29:51.299" v="9816" actId="790"/>
          <ac:spMkLst>
            <pc:docMk/>
            <pc:sldMk cId="2320714135" sldId="260"/>
            <ac:spMk id="23" creationId="{2A505916-C26B-4D8F-DD23-7BF9A136D3B0}"/>
          </ac:spMkLst>
        </pc:spChg>
        <pc:picChg chg="add mod">
          <ac:chgData name="Jacob Haegh" userId="b254186ed750d7ca" providerId="LiveId" clId="{7F215C46-B5E3-4DF2-A9A3-D58CE80A4735}" dt="2025-12-13T16:01:22.561" v="9626" actId="1076"/>
          <ac:picMkLst>
            <pc:docMk/>
            <pc:sldMk cId="2320714135" sldId="260"/>
            <ac:picMk id="5" creationId="{EBB89EB3-27DD-CDD2-D11A-6F49F03A734D}"/>
          </ac:picMkLst>
        </pc:picChg>
        <pc:picChg chg="add mod">
          <ac:chgData name="Jacob Haegh" userId="b254186ed750d7ca" providerId="LiveId" clId="{7F215C46-B5E3-4DF2-A9A3-D58CE80A4735}" dt="2025-12-13T16:05:23.454" v="9658" actId="207"/>
          <ac:picMkLst>
            <pc:docMk/>
            <pc:sldMk cId="2320714135" sldId="260"/>
            <ac:picMk id="7" creationId="{9EC008AC-9621-2777-D4CC-3F165FD4F34E}"/>
          </ac:picMkLst>
        </pc:picChg>
        <pc:picChg chg="add mod">
          <ac:chgData name="Jacob Haegh" userId="b254186ed750d7ca" providerId="LiveId" clId="{7F215C46-B5E3-4DF2-A9A3-D58CE80A4735}" dt="2025-12-13T16:01:27.222" v="9627" actId="1076"/>
          <ac:picMkLst>
            <pc:docMk/>
            <pc:sldMk cId="2320714135" sldId="260"/>
            <ac:picMk id="9" creationId="{A82CB265-2767-C1F8-49EC-C77F48ABD208}"/>
          </ac:picMkLst>
        </pc:picChg>
      </pc:sldChg>
      <pc:sldChg chg="modSp mod">
        <pc:chgData name="Jacob Haegh" userId="b254186ed750d7ca" providerId="LiveId" clId="{7F215C46-B5E3-4DF2-A9A3-D58CE80A4735}" dt="2025-12-02T16:02:46.217" v="9312" actId="20577"/>
        <pc:sldMkLst>
          <pc:docMk/>
          <pc:sldMk cId="3003121898" sldId="305"/>
        </pc:sldMkLst>
        <pc:spChg chg="mod">
          <ac:chgData name="Jacob Haegh" userId="b254186ed750d7ca" providerId="LiveId" clId="{7F215C46-B5E3-4DF2-A9A3-D58CE80A4735}" dt="2025-12-02T16:02:46.217" v="9312" actId="20577"/>
          <ac:spMkLst>
            <pc:docMk/>
            <pc:sldMk cId="3003121898" sldId="305"/>
            <ac:spMk id="6" creationId="{F9850BC4-D376-AF53-5C88-5C4EA03AD2D6}"/>
          </ac:spMkLst>
        </pc:spChg>
      </pc:sldChg>
      <pc:sldChg chg="delSp modSp mod">
        <pc:chgData name="Jacob Haegh" userId="b254186ed750d7ca" providerId="LiveId" clId="{7F215C46-B5E3-4DF2-A9A3-D58CE80A4735}" dt="2025-12-13T17:54:16.621" v="9819" actId="478"/>
        <pc:sldMkLst>
          <pc:docMk/>
          <pc:sldMk cId="4125404777" sldId="326"/>
        </pc:sldMkLst>
        <pc:spChg chg="mod">
          <ac:chgData name="Jacob Haegh" userId="b254186ed750d7ca" providerId="LiveId" clId="{7F215C46-B5E3-4DF2-A9A3-D58CE80A4735}" dt="2025-12-03T09:18:22.381" v="9366" actId="1076"/>
          <ac:spMkLst>
            <pc:docMk/>
            <pc:sldMk cId="4125404777" sldId="326"/>
            <ac:spMk id="2" creationId="{3441A374-E149-AE21-A53A-247D4034A17B}"/>
          </ac:spMkLst>
        </pc:spChg>
        <pc:spChg chg="mod">
          <ac:chgData name="Jacob Haegh" userId="b254186ed750d7ca" providerId="LiveId" clId="{7F215C46-B5E3-4DF2-A9A3-D58CE80A4735}" dt="2025-12-13T17:00:39.836" v="9813" actId="20577"/>
          <ac:spMkLst>
            <pc:docMk/>
            <pc:sldMk cId="4125404777" sldId="326"/>
            <ac:spMk id="8" creationId="{63D26C28-C6EF-4EB1-4DE7-CC73D32DFE56}"/>
          </ac:spMkLst>
        </pc:spChg>
      </pc:sldChg>
      <pc:sldChg chg="addSp modSp mod">
        <pc:chgData name="Jacob Haegh" userId="b254186ed750d7ca" providerId="LiveId" clId="{7F215C46-B5E3-4DF2-A9A3-D58CE80A4735}" dt="2025-12-17T12:40:18.892" v="9886" actId="1076"/>
        <pc:sldMkLst>
          <pc:docMk/>
          <pc:sldMk cId="3049123284" sldId="330"/>
        </pc:sldMkLst>
        <pc:picChg chg="add mod">
          <ac:chgData name="Jacob Haegh" userId="b254186ed750d7ca" providerId="LiveId" clId="{7F215C46-B5E3-4DF2-A9A3-D58CE80A4735}" dt="2025-12-17T12:40:18.892" v="9886" actId="1076"/>
          <ac:picMkLst>
            <pc:docMk/>
            <pc:sldMk cId="3049123284" sldId="330"/>
            <ac:picMk id="8" creationId="{A35A092C-98D2-B204-143C-8D9EFF55DC33}"/>
          </ac:picMkLst>
        </pc:picChg>
      </pc:sldChg>
      <pc:sldChg chg="addSp delSp modSp mod">
        <pc:chgData name="Jacob Haegh" userId="b254186ed750d7ca" providerId="LiveId" clId="{7F215C46-B5E3-4DF2-A9A3-D58CE80A4735}" dt="2025-12-16T20:06:20.467" v="9868" actId="1076"/>
        <pc:sldMkLst>
          <pc:docMk/>
          <pc:sldMk cId="3459249749" sldId="332"/>
        </pc:sldMkLst>
        <pc:spChg chg="add mod">
          <ac:chgData name="Jacob Haegh" userId="b254186ed750d7ca" providerId="LiveId" clId="{7F215C46-B5E3-4DF2-A9A3-D58CE80A4735}" dt="2025-12-16T20:05:36.821" v="9848" actId="478"/>
          <ac:spMkLst>
            <pc:docMk/>
            <pc:sldMk cId="3459249749" sldId="332"/>
            <ac:spMk id="7" creationId="{6CA53A05-3AD2-CCC2-B9F4-1BCCB8F8F731}"/>
          </ac:spMkLst>
        </pc:spChg>
        <pc:spChg chg="add mod">
          <ac:chgData name="Jacob Haegh" userId="b254186ed750d7ca" providerId="LiveId" clId="{7F215C46-B5E3-4DF2-A9A3-D58CE80A4735}" dt="2025-12-16T20:05:51.321" v="9853" actId="478"/>
          <ac:spMkLst>
            <pc:docMk/>
            <pc:sldMk cId="3459249749" sldId="332"/>
            <ac:spMk id="15" creationId="{B9E4FA62-8198-1FFD-0A78-093A7156051B}"/>
          </ac:spMkLst>
        </pc:spChg>
        <pc:spChg chg="add mod">
          <ac:chgData name="Jacob Haegh" userId="b254186ed750d7ca" providerId="LiveId" clId="{7F215C46-B5E3-4DF2-A9A3-D58CE80A4735}" dt="2025-12-16T20:06:11.224" v="9861" actId="478"/>
          <ac:spMkLst>
            <pc:docMk/>
            <pc:sldMk cId="3459249749" sldId="332"/>
            <ac:spMk id="21" creationId="{AB55764D-D398-DADD-3622-64F0305858F4}"/>
          </ac:spMkLst>
        </pc:spChg>
        <pc:picChg chg="add mod">
          <ac:chgData name="Jacob Haegh" userId="b254186ed750d7ca" providerId="LiveId" clId="{7F215C46-B5E3-4DF2-A9A3-D58CE80A4735}" dt="2025-12-16T20:05:39.809" v="9852" actId="1076"/>
          <ac:picMkLst>
            <pc:docMk/>
            <pc:sldMk cId="3459249749" sldId="332"/>
            <ac:picMk id="9" creationId="{3136CD0F-A625-E283-02E3-2DB3CBF0F6DB}"/>
          </ac:picMkLst>
        </pc:picChg>
        <pc:picChg chg="del">
          <ac:chgData name="Jacob Haegh" userId="b254186ed750d7ca" providerId="LiveId" clId="{7F215C46-B5E3-4DF2-A9A3-D58CE80A4735}" dt="2025-12-16T20:05:36.821" v="9848" actId="478"/>
          <ac:picMkLst>
            <pc:docMk/>
            <pc:sldMk cId="3459249749" sldId="332"/>
            <ac:picMk id="17" creationId="{7C0D6F81-F1F0-1318-2A7E-19A58849DC4A}"/>
          </ac:picMkLst>
        </pc:picChg>
        <pc:picChg chg="del">
          <ac:chgData name="Jacob Haegh" userId="b254186ed750d7ca" providerId="LiveId" clId="{7F215C46-B5E3-4DF2-A9A3-D58CE80A4735}" dt="2025-12-16T20:05:51.321" v="9853" actId="478"/>
          <ac:picMkLst>
            <pc:docMk/>
            <pc:sldMk cId="3459249749" sldId="332"/>
            <ac:picMk id="19" creationId="{3B53C7E7-E9C4-8DA0-7F6F-2841FCEFE40F}"/>
          </ac:picMkLst>
        </pc:picChg>
        <pc:picChg chg="add mod">
          <ac:chgData name="Jacob Haegh" userId="b254186ed750d7ca" providerId="LiveId" clId="{7F215C46-B5E3-4DF2-A9A3-D58CE80A4735}" dt="2025-12-16T20:05:59.854" v="9860" actId="1076"/>
          <ac:picMkLst>
            <pc:docMk/>
            <pc:sldMk cId="3459249749" sldId="332"/>
            <ac:picMk id="20" creationId="{A79A2B4C-A98F-B482-0465-EA774669BF40}"/>
          </ac:picMkLst>
        </pc:picChg>
        <pc:picChg chg="del">
          <ac:chgData name="Jacob Haegh" userId="b254186ed750d7ca" providerId="LiveId" clId="{7F215C46-B5E3-4DF2-A9A3-D58CE80A4735}" dt="2025-12-16T20:06:11.224" v="9861" actId="478"/>
          <ac:picMkLst>
            <pc:docMk/>
            <pc:sldMk cId="3459249749" sldId="332"/>
            <ac:picMk id="23" creationId="{FE7799A9-6BB6-E26B-1F2B-C1362BCA084A}"/>
          </ac:picMkLst>
        </pc:picChg>
        <pc:picChg chg="add mod">
          <ac:chgData name="Jacob Haegh" userId="b254186ed750d7ca" providerId="LiveId" clId="{7F215C46-B5E3-4DF2-A9A3-D58CE80A4735}" dt="2025-12-16T20:06:20.467" v="9868" actId="1076"/>
          <ac:picMkLst>
            <pc:docMk/>
            <pc:sldMk cId="3459249749" sldId="332"/>
            <ac:picMk id="24" creationId="{8A39A435-2B03-624A-2CEC-F322D088E75C}"/>
          </ac:picMkLst>
        </pc:picChg>
      </pc:sldChg>
      <pc:sldChg chg="addSp delSp modSp mod">
        <pc:chgData name="Jacob Haegh" userId="b254186ed750d7ca" providerId="LiveId" clId="{7F215C46-B5E3-4DF2-A9A3-D58CE80A4735}" dt="2025-12-16T20:05:21.701" v="9847" actId="1076"/>
        <pc:sldMkLst>
          <pc:docMk/>
          <pc:sldMk cId="3367173481" sldId="334"/>
        </pc:sldMkLst>
        <pc:picChg chg="del">
          <ac:chgData name="Jacob Haegh" userId="b254186ed750d7ca" providerId="LiveId" clId="{7F215C46-B5E3-4DF2-A9A3-D58CE80A4735}" dt="2025-12-16T20:04:54.586" v="9836" actId="478"/>
          <ac:picMkLst>
            <pc:docMk/>
            <pc:sldMk cId="3367173481" sldId="334"/>
            <ac:picMk id="7" creationId="{AD2FDAE8-FF24-82DA-FA24-F8AED2496AFC}"/>
          </ac:picMkLst>
        </pc:picChg>
        <pc:picChg chg="add del mod">
          <ac:chgData name="Jacob Haegh" userId="b254186ed750d7ca" providerId="LiveId" clId="{7F215C46-B5E3-4DF2-A9A3-D58CE80A4735}" dt="2025-12-16T20:05:18.508" v="9843" actId="478"/>
          <ac:picMkLst>
            <pc:docMk/>
            <pc:sldMk cId="3367173481" sldId="334"/>
            <ac:picMk id="9" creationId="{1018DB02-7F3A-A9A2-EC40-4173102F2277}"/>
          </ac:picMkLst>
        </pc:picChg>
        <pc:picChg chg="add mod">
          <ac:chgData name="Jacob Haegh" userId="b254186ed750d7ca" providerId="LiveId" clId="{7F215C46-B5E3-4DF2-A9A3-D58CE80A4735}" dt="2025-12-16T20:05:21.701" v="9847" actId="1076"/>
          <ac:picMkLst>
            <pc:docMk/>
            <pc:sldMk cId="3367173481" sldId="334"/>
            <ac:picMk id="11" creationId="{330FA47C-9F53-99F0-8B2F-2998FFCE54A7}"/>
          </ac:picMkLst>
        </pc:picChg>
      </pc:sldChg>
      <pc:sldChg chg="addSp delSp modSp mod">
        <pc:chgData name="Jacob Haegh" userId="b254186ed750d7ca" providerId="LiveId" clId="{7F215C46-B5E3-4DF2-A9A3-D58CE80A4735}" dt="2025-12-17T11:31:22.240" v="9878" actId="1076"/>
        <pc:sldMkLst>
          <pc:docMk/>
          <pc:sldMk cId="744977330" sldId="335"/>
        </pc:sldMkLst>
        <pc:picChg chg="del">
          <ac:chgData name="Jacob Haegh" userId="b254186ed750d7ca" providerId="LiveId" clId="{7F215C46-B5E3-4DF2-A9A3-D58CE80A4735}" dt="2025-12-17T11:30:42.796" v="9869" actId="478"/>
          <ac:picMkLst>
            <pc:docMk/>
            <pc:sldMk cId="744977330" sldId="335"/>
            <ac:picMk id="7" creationId="{C181D057-D6F2-5FB8-A9EB-F11B05FA2DBF}"/>
          </ac:picMkLst>
        </pc:picChg>
        <pc:picChg chg="add mod">
          <ac:chgData name="Jacob Haegh" userId="b254186ed750d7ca" providerId="LiveId" clId="{7F215C46-B5E3-4DF2-A9A3-D58CE80A4735}" dt="2025-12-17T11:31:22.240" v="9878" actId="1076"/>
          <ac:picMkLst>
            <pc:docMk/>
            <pc:sldMk cId="744977330" sldId="335"/>
            <ac:picMk id="9" creationId="{4C081252-77A5-9D52-6715-63ADC88AA4C5}"/>
          </ac:picMkLst>
        </pc:picChg>
      </pc:sldChg>
      <pc:sldChg chg="addSp delSp modSp mod">
        <pc:chgData name="Jacob Haegh" userId="b254186ed750d7ca" providerId="LiveId" clId="{7F215C46-B5E3-4DF2-A9A3-D58CE80A4735}" dt="2025-12-16T20:03:58.937" v="9827" actId="1076"/>
        <pc:sldMkLst>
          <pc:docMk/>
          <pc:sldMk cId="193590341" sldId="336"/>
        </pc:sldMkLst>
        <pc:picChg chg="del">
          <ac:chgData name="Jacob Haegh" userId="b254186ed750d7ca" providerId="LiveId" clId="{7F215C46-B5E3-4DF2-A9A3-D58CE80A4735}" dt="2025-12-16T20:03:50.751" v="9823" actId="478"/>
          <ac:picMkLst>
            <pc:docMk/>
            <pc:sldMk cId="193590341" sldId="336"/>
            <ac:picMk id="7" creationId="{647F93E7-AD06-5A0E-960F-728BB1983BEB}"/>
          </ac:picMkLst>
        </pc:picChg>
        <pc:picChg chg="add mod">
          <ac:chgData name="Jacob Haegh" userId="b254186ed750d7ca" providerId="LiveId" clId="{7F215C46-B5E3-4DF2-A9A3-D58CE80A4735}" dt="2025-12-16T20:03:58.937" v="9827" actId="1076"/>
          <ac:picMkLst>
            <pc:docMk/>
            <pc:sldMk cId="193590341" sldId="336"/>
            <ac:picMk id="10" creationId="{AEEBE85C-1964-82BD-C214-A3E67C7CE483}"/>
          </ac:picMkLst>
        </pc:picChg>
      </pc:sldChg>
      <pc:sldChg chg="addSp delSp modSp mod">
        <pc:chgData name="Jacob Haegh" userId="b254186ed750d7ca" providerId="LiveId" clId="{7F215C46-B5E3-4DF2-A9A3-D58CE80A4735}" dt="2025-12-16T20:04:25.800" v="9835" actId="1076"/>
        <pc:sldMkLst>
          <pc:docMk/>
          <pc:sldMk cId="42396076" sldId="338"/>
        </pc:sldMkLst>
        <pc:spChg chg="add del mod">
          <ac:chgData name="Jacob Haegh" userId="b254186ed750d7ca" providerId="LiveId" clId="{7F215C46-B5E3-4DF2-A9A3-D58CE80A4735}" dt="2025-12-16T20:04:23.042" v="9834" actId="478"/>
          <ac:spMkLst>
            <pc:docMk/>
            <pc:sldMk cId="42396076" sldId="338"/>
            <ac:spMk id="9" creationId="{F84ADEE1-7F9F-5151-1EB3-A20678911316}"/>
          </ac:spMkLst>
        </pc:spChg>
        <pc:picChg chg="del">
          <ac:chgData name="Jacob Haegh" userId="b254186ed750d7ca" providerId="LiveId" clId="{7F215C46-B5E3-4DF2-A9A3-D58CE80A4735}" dt="2025-12-16T20:04:13.517" v="9832" actId="478"/>
          <ac:picMkLst>
            <pc:docMk/>
            <pc:sldMk cId="42396076" sldId="338"/>
            <ac:picMk id="7" creationId="{4261CDDE-4DD5-E8B7-4352-5B2EA1E9C199}"/>
          </ac:picMkLst>
        </pc:picChg>
        <pc:picChg chg="add mod">
          <ac:chgData name="Jacob Haegh" userId="b254186ed750d7ca" providerId="LiveId" clId="{7F215C46-B5E3-4DF2-A9A3-D58CE80A4735}" dt="2025-12-16T20:04:25.800" v="9835" actId="1076"/>
          <ac:picMkLst>
            <pc:docMk/>
            <pc:sldMk cId="42396076" sldId="338"/>
            <ac:picMk id="8" creationId="{FC190F1F-9EC1-2C68-3F5D-EF9DBC2546CB}"/>
          </ac:picMkLst>
        </pc:picChg>
      </pc:sldChg>
      <pc:sldChg chg="modSp new mod">
        <pc:chgData name="Jacob Haegh" userId="b254186ed750d7ca" providerId="LiveId" clId="{7F215C46-B5E3-4DF2-A9A3-D58CE80A4735}" dt="2025-12-17T12:41:03.292" v="9941" actId="20577"/>
        <pc:sldMkLst>
          <pc:docMk/>
          <pc:sldMk cId="1918536127" sldId="339"/>
        </pc:sldMkLst>
        <pc:spChg chg="mod">
          <ac:chgData name="Jacob Haegh" userId="b254186ed750d7ca" providerId="LiveId" clId="{7F215C46-B5E3-4DF2-A9A3-D58CE80A4735}" dt="2025-12-17T12:40:51.530" v="9903" actId="20577"/>
          <ac:spMkLst>
            <pc:docMk/>
            <pc:sldMk cId="1918536127" sldId="339"/>
            <ac:spMk id="2" creationId="{3440050B-1DA3-18C7-9952-B3B0249DBAD7}"/>
          </ac:spMkLst>
        </pc:spChg>
        <pc:spChg chg="mod">
          <ac:chgData name="Jacob Haegh" userId="b254186ed750d7ca" providerId="LiveId" clId="{7F215C46-B5E3-4DF2-A9A3-D58CE80A4735}" dt="2025-12-17T12:41:03.292" v="9941" actId="20577"/>
          <ac:spMkLst>
            <pc:docMk/>
            <pc:sldMk cId="1918536127" sldId="339"/>
            <ac:spMk id="3" creationId="{2DC3C0F3-7053-1459-BF02-3C87DE9D715A}"/>
          </ac:spMkLst>
        </pc:spChg>
      </pc:sldChg>
      <pc:sldChg chg="modSp new mod">
        <pc:chgData name="Jacob Haegh" userId="b254186ed750d7ca" providerId="LiveId" clId="{7F215C46-B5E3-4DF2-A9A3-D58CE80A4735}" dt="2025-12-17T12:41:13.684" v="9956" actId="20577"/>
        <pc:sldMkLst>
          <pc:docMk/>
          <pc:sldMk cId="3182125787" sldId="340"/>
        </pc:sldMkLst>
        <pc:spChg chg="mod">
          <ac:chgData name="Jacob Haegh" userId="b254186ed750d7ca" providerId="LiveId" clId="{7F215C46-B5E3-4DF2-A9A3-D58CE80A4735}" dt="2025-12-17T12:41:13.684" v="9956" actId="20577"/>
          <ac:spMkLst>
            <pc:docMk/>
            <pc:sldMk cId="3182125787" sldId="340"/>
            <ac:spMk id="2" creationId="{42D50925-438A-39B9-8A00-DF9D2E5CEC29}"/>
          </ac:spMkLst>
        </pc:spChg>
      </pc:sldChg>
      <pc:sldChg chg="modSp new mod">
        <pc:chgData name="Jacob Haegh" userId="b254186ed750d7ca" providerId="LiveId" clId="{7F215C46-B5E3-4DF2-A9A3-D58CE80A4735}" dt="2025-12-17T12:41:58.931" v="10087" actId="313"/>
        <pc:sldMkLst>
          <pc:docMk/>
          <pc:sldMk cId="1446579046" sldId="341"/>
        </pc:sldMkLst>
        <pc:spChg chg="mod">
          <ac:chgData name="Jacob Haegh" userId="b254186ed750d7ca" providerId="LiveId" clId="{7F215C46-B5E3-4DF2-A9A3-D58CE80A4735}" dt="2025-12-17T12:41:58.931" v="10087" actId="313"/>
          <ac:spMkLst>
            <pc:docMk/>
            <pc:sldMk cId="1446579046" sldId="341"/>
            <ac:spMk id="2" creationId="{CC1D294F-A815-464B-CDB9-1CB7C6CE81D2}"/>
          </ac:spMkLst>
        </pc:spChg>
        <pc:spChg chg="mod">
          <ac:chgData name="Jacob Haegh" userId="b254186ed750d7ca" providerId="LiveId" clId="{7F215C46-B5E3-4DF2-A9A3-D58CE80A4735}" dt="2025-12-17T12:41:56.550" v="10086" actId="20577"/>
          <ac:spMkLst>
            <pc:docMk/>
            <pc:sldMk cId="1446579046" sldId="341"/>
            <ac:spMk id="3" creationId="{03F59B5A-9BDB-24A6-A256-FB1235687166}"/>
          </ac:spMkLst>
        </pc:spChg>
      </pc:sldChg>
    </pc:docChg>
  </pc:docChgLst>
  <pc:docChgLst>
    <pc:chgData name="Guest User" providerId="Windows Live" clId="Web-{C6AF51F2-A539-BB17-1BF9-2FDB076A7956}"/>
    <pc:docChg chg="modSld">
      <pc:chgData name="Guest User" userId="" providerId="Windows Live" clId="Web-{C6AF51F2-A539-BB17-1BF9-2FDB076A7956}" dt="2025-12-13T17:29:16.678" v="145" actId="20577"/>
      <pc:docMkLst>
        <pc:docMk/>
      </pc:docMkLst>
      <pc:sldChg chg="addSp delSp modSp">
        <pc:chgData name="Guest User" userId="" providerId="Windows Live" clId="Web-{C6AF51F2-A539-BB17-1BF9-2FDB076A7956}" dt="2025-12-13T17:29:16.678" v="145" actId="20577"/>
        <pc:sldMkLst>
          <pc:docMk/>
          <pc:sldMk cId="1022725218" sldId="258"/>
        </pc:sldMkLst>
        <pc:spChg chg="mod">
          <ac:chgData name="Guest User" userId="" providerId="Windows Live" clId="Web-{C6AF51F2-A539-BB17-1BF9-2FDB076A7956}" dt="2025-12-13T17:20:47.954" v="42" actId="1076"/>
          <ac:spMkLst>
            <pc:docMk/>
            <pc:sldMk cId="1022725218" sldId="258"/>
            <ac:spMk id="2" creationId="{555E915B-F548-92AD-7466-4ADA970F5C0C}"/>
          </ac:spMkLst>
        </pc:spChg>
        <pc:spChg chg="add">
          <ac:chgData name="Guest User" userId="" providerId="Windows Live" clId="Web-{C6AF51F2-A539-BB17-1BF9-2FDB076A7956}" dt="2025-12-13T17:21:24.302" v="46"/>
          <ac:spMkLst>
            <pc:docMk/>
            <pc:sldMk cId="1022725218" sldId="258"/>
            <ac:spMk id="4" creationId="{C7EE1619-2C41-337F-55F5-7F26185CE783}"/>
          </ac:spMkLst>
        </pc:spChg>
      </pc:sldChg>
    </pc:docChg>
  </pc:docChgLst>
  <pc:docChgLst>
    <pc:chgData name="Guest User" providerId="Windows Live" clId="Web-{7AC0D6F7-E41D-D0E6-7027-030E825A1546}"/>
    <pc:docChg chg="modSld">
      <pc:chgData name="Guest User" userId="" providerId="Windows Live" clId="Web-{7AC0D6F7-E41D-D0E6-7027-030E825A1546}" dt="2025-12-13T15:59:19.921" v="4"/>
      <pc:docMkLst>
        <pc:docMk/>
      </pc:docMkLst>
      <pc:sldChg chg="modSp">
        <pc:chgData name="Guest User" userId="" providerId="Windows Live" clId="Web-{7AC0D6F7-E41D-D0E6-7027-030E825A1546}" dt="2025-12-13T15:59:19.921" v="4"/>
        <pc:sldMkLst>
          <pc:docMk/>
          <pc:sldMk cId="2320714135" sldId="260"/>
        </pc:sldMkLst>
        <pc:picChg chg="mod">
          <ac:chgData name="Guest User" userId="" providerId="Windows Live" clId="Web-{7AC0D6F7-E41D-D0E6-7027-030E825A1546}" dt="2025-12-13T15:58:32.247" v="2"/>
          <ac:picMkLst>
            <pc:docMk/>
            <pc:sldMk cId="2320714135" sldId="260"/>
            <ac:picMk id="9" creationId="{A82CB265-2767-C1F8-49EC-C77F48ABD208}"/>
          </ac:picMkLst>
        </pc:picChg>
      </pc:sldChg>
    </pc:docChg>
  </pc:docChgLst>
</pc:chgInfo>
</file>

<file path=ppt/comments/modernComment_14D_2A7D85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8B6A8B-136E-455A-BF6E-31552A5C2317}" authorId="{95582667-6102-27E7-ED8E-01A166EB4B6B}" created="2025-12-17T13:29:17.0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4554331" sldId="333"/>
      <ac:spMk id="3" creationId="{4EA1279A-483B-65CC-4A7E-F913DFB931F3}"/>
      <ac:txMk cp="188" len="14">
        <ac:context len="235" hash="204934621"/>
      </ac:txMk>
    </ac:txMkLst>
    <p188:pos x="3168218" y="1165194"/>
    <p188:txBody>
      <a:bodyPr/>
      <a:lstStyle/>
      <a:p>
        <a:r>
          <a:rPr lang="en-US"/>
          <a:t>Did we not conclude that the series was stationary?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75857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80616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189025" y="189000"/>
            <a:ext cx="314749" cy="459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20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7419" y="2658838"/>
            <a:ext cx="8131079" cy="2029844"/>
          </a:xfrm>
        </p:spPr>
        <p:txBody>
          <a:bodyPr anchor="t" anchorCtr="0"/>
          <a:lstStyle>
            <a:lvl1pPr>
              <a:lnSpc>
                <a:spcPct val="93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l-GR" noProof="0"/>
              <a:t>Κάντε κλικ για να επεξεργαστείτε τον τίτλο υποδείγματος</a:t>
            </a:r>
            <a:endParaRPr lang="en-GB" noProof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5328" y="1278731"/>
            <a:ext cx="8131079" cy="1245491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2250">
                <a:solidFill>
                  <a:schemeClr val="bg1"/>
                </a:solidFill>
              </a:defRPr>
            </a:lvl1pPr>
          </a:lstStyle>
          <a:p>
            <a:pPr lvl="0"/>
            <a:r>
              <a:rPr lang="el-GR" noProof="0"/>
              <a:t>Κάντε κλικ για να επεξεργαστείτε τον υπότιτλο του υποδείγματος</a:t>
            </a:r>
            <a:endParaRPr lang="en-GB" noProof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8E75EC-EF76-589D-0066-5EFD3256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63D84D-6ED3-F4CB-D6ED-4CFB218D0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B2228E-DECD-A1FF-31EB-394A357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17" userDrawn="1">
          <p15:clr>
            <a:srgbClr val="F26B43"/>
          </p15:clr>
        </p15:guide>
        <p15:guide id="2" pos="5239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7419" y="2658838"/>
            <a:ext cx="8131079" cy="2029844"/>
          </a:xfrm>
        </p:spPr>
        <p:txBody>
          <a:bodyPr anchor="t" anchorCtr="0"/>
          <a:lstStyle>
            <a:lvl1pPr>
              <a:lnSpc>
                <a:spcPct val="93000"/>
              </a:lnSpc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l-GR" noProof="0"/>
              <a:t>Κάντε κλικ για να επεξεργαστείτε τον τίτλο υποδείγματος</a:t>
            </a:r>
            <a:endParaRPr lang="en-GB" noProof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5328" y="1278731"/>
            <a:ext cx="8131079" cy="1245491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2250">
                <a:solidFill>
                  <a:schemeClr val="tx1"/>
                </a:solidFill>
              </a:defRPr>
            </a:lvl1pPr>
          </a:lstStyle>
          <a:p>
            <a:pPr lvl="0"/>
            <a:r>
              <a:rPr lang="el-GR" noProof="0"/>
              <a:t>Κάντε κλικ για να επεξεργαστείτε τον υπότιτλο του υποδείγματος</a:t>
            </a:r>
            <a:endParaRPr lang="en-GB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E83F-35F3-7C0A-C83E-AFDCA346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9C46A-00A5-B620-01F4-AB9FA3E6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2648B-3179-ABFE-F3AA-42761383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17" userDrawn="1">
          <p15:clr>
            <a:srgbClr val="F26B43"/>
          </p15:clr>
        </p15:guide>
        <p15:guide id="2" pos="5239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273" y="1279800"/>
            <a:ext cx="6985190" cy="3409184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GB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09954EC-B8D9-8075-FC9F-D3764E46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CFBBF02-CCAC-D246-2188-663E067F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AD440C-0797-9C1A-F3D9-3529DA26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39" userDrawn="1">
          <p15:clr>
            <a:srgbClr val="F26B43"/>
          </p15:clr>
        </p15:guide>
        <p15:guide id="2" pos="838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218" y="319595"/>
            <a:ext cx="6985190" cy="729537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31274" y="1279799"/>
            <a:ext cx="3308063" cy="3410100"/>
          </a:xfr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9153" y="1279799"/>
            <a:ext cx="3307255" cy="3410100"/>
          </a:xfr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775E03-BE23-9277-8686-60549E4E73B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71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39" userDrawn="1">
          <p15:clr>
            <a:srgbClr val="F26B43"/>
          </p15:clr>
        </p15:guide>
        <p15:guide id="2" pos="2922" userDrawn="1">
          <p15:clr>
            <a:srgbClr val="F26B43"/>
          </p15:clr>
        </p15:guide>
        <p15:guide id="3" pos="3154" userDrawn="1">
          <p15:clr>
            <a:srgbClr val="F26B43"/>
          </p15:clr>
        </p15:guide>
        <p15:guide id="4" pos="5239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218" y="319595"/>
            <a:ext cx="4537095" cy="729537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218" y="1279746"/>
            <a:ext cx="4537095" cy="3409184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49223" y="637301"/>
            <a:ext cx="2894777" cy="1879200"/>
          </a:xfrm>
        </p:spPr>
        <p:txBody>
          <a:bodyPr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49223" y="2672789"/>
            <a:ext cx="2894777" cy="1879200"/>
          </a:xfrm>
        </p:spPr>
        <p:txBody>
          <a:bodyPr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Click the placeholder and paste image via Skyfish icon</a:t>
            </a:r>
          </a:p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AB93-5959-29D5-C0C8-6B37FCF5F14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96" userDrawn="1">
          <p15:clr>
            <a:srgbClr val="F26B43"/>
          </p15:clr>
        </p15:guide>
        <p15:guide id="2" pos="3936" userDrawn="1">
          <p15:clr>
            <a:srgbClr val="F26B43"/>
          </p15:clr>
        </p15:guide>
        <p15:guide id="3" pos="838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432" y="319595"/>
            <a:ext cx="5149975" cy="729537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6432" y="1279746"/>
            <a:ext cx="5149975" cy="3409184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985892"/>
            <a:ext cx="2781362" cy="1841400"/>
          </a:xfrm>
        </p:spPr>
        <p:txBody>
          <a:bodyPr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2976115"/>
            <a:ext cx="2781362" cy="1841400"/>
          </a:xfrm>
        </p:spPr>
        <p:txBody>
          <a:bodyPr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Click the placeholder and paste image via Skyfish icon</a:t>
            </a:r>
          </a:p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5D79-EFF9-98D6-B066-40CEED6C2E2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39" userDrawn="1">
          <p15:clr>
            <a:srgbClr val="F26B43"/>
          </p15:clr>
        </p15:guide>
        <p15:guide id="2" pos="1995" userDrawn="1">
          <p15:clr>
            <a:srgbClr val="F26B43"/>
          </p15:clr>
        </p15:guide>
        <p15:guide id="3" pos="1751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762" y="735546"/>
            <a:ext cx="2805665" cy="313586"/>
          </a:xfrm>
        </p:spPr>
        <p:txBody>
          <a:bodyPr/>
          <a:lstStyle>
            <a:lvl1pPr>
              <a:defRPr sz="1800"/>
            </a:lvl1pPr>
          </a:lstStyle>
          <a:p>
            <a:r>
              <a:rPr lang="en-GB"/>
              <a:t>Click to add title one line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762" y="3305363"/>
            <a:ext cx="2805665" cy="1383319"/>
          </a:xfrm>
        </p:spPr>
        <p:txBody>
          <a:bodyPr/>
          <a:lstStyle>
            <a:lvl1pPr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67475" y="734401"/>
            <a:ext cx="2805665" cy="313325"/>
          </a:xfrm>
        </p:spPr>
        <p:txBody>
          <a:bodyPr anchor="b" anchorCtr="0"/>
          <a:lstStyle>
            <a:lvl1pPr marL="0" indent="0">
              <a:buNone/>
              <a:defRPr sz="1800" b="1"/>
            </a:lvl1pPr>
            <a:lvl2pPr marL="0" indent="0">
              <a:buNone/>
              <a:defRPr sz="1800" b="1"/>
            </a:lvl2pPr>
            <a:lvl3pPr marL="0" indent="0">
              <a:buNone/>
              <a:defRPr sz="1800" b="1"/>
            </a:lvl3pPr>
            <a:lvl4pPr marL="0" indent="0">
              <a:buNone/>
              <a:defRPr sz="1800" b="1"/>
            </a:lvl4pPr>
            <a:lvl5pPr marL="0" indent="0">
              <a:buNone/>
              <a:defRPr sz="1800" b="1"/>
            </a:lvl5pPr>
          </a:lstStyle>
          <a:p>
            <a:pPr lvl="0"/>
            <a:r>
              <a:rPr lang="en-GB"/>
              <a:t>Click to add title one 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167475" y="3305175"/>
            <a:ext cx="2805666" cy="1383506"/>
          </a:xfrm>
        </p:spPr>
        <p:txBody>
          <a:bodyPr/>
          <a:lstStyle>
            <a:lvl1pPr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49188" y="734401"/>
            <a:ext cx="2805665" cy="313325"/>
          </a:xfrm>
        </p:spPr>
        <p:txBody>
          <a:bodyPr anchor="b" anchorCtr="0"/>
          <a:lstStyle>
            <a:lvl1pPr marL="0" indent="0">
              <a:buNone/>
              <a:defRPr sz="1800" b="1"/>
            </a:lvl1pPr>
            <a:lvl2pPr marL="0" indent="0">
              <a:buNone/>
              <a:defRPr sz="1800" b="1"/>
            </a:lvl2pPr>
            <a:lvl3pPr marL="0" indent="0">
              <a:buNone/>
              <a:defRPr sz="1800" b="1"/>
            </a:lvl3pPr>
            <a:lvl4pPr marL="0" indent="0">
              <a:buNone/>
              <a:defRPr sz="1800" b="1"/>
            </a:lvl4pPr>
            <a:lvl5pPr marL="0" indent="0">
              <a:buNone/>
              <a:defRPr sz="1800" b="1"/>
            </a:lvl5pPr>
          </a:lstStyle>
          <a:p>
            <a:pPr lvl="0"/>
            <a:r>
              <a:rPr lang="en-GB"/>
              <a:t>Click to add title one line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149188" y="3305175"/>
            <a:ext cx="2805665" cy="1383506"/>
          </a:xfrm>
        </p:spPr>
        <p:txBody>
          <a:bodyPr/>
          <a:lstStyle>
            <a:lvl1pPr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85762" y="1159712"/>
            <a:ext cx="2805665" cy="1998000"/>
          </a:xfrm>
        </p:spPr>
        <p:txBody>
          <a:bodyPr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167774" y="1161436"/>
            <a:ext cx="2805665" cy="1998000"/>
          </a:xfrm>
        </p:spPr>
        <p:txBody>
          <a:bodyPr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49787" y="1159712"/>
            <a:ext cx="2805665" cy="1998000"/>
          </a:xfrm>
        </p:spPr>
        <p:txBody>
          <a:bodyPr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BA22-AE55-C68A-132F-A826D0B0C74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17" userDrawn="1">
          <p15:clr>
            <a:srgbClr val="F26B43"/>
          </p15:clr>
        </p15:guide>
        <p15:guide id="2" pos="564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33A1D-DD6A-46E6-9477-D1471332CB1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38" userDrawn="1">
          <p15:clr>
            <a:srgbClr val="F26B43"/>
          </p15:clr>
        </p15:guide>
        <p15:guide id="2" pos="5239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183DE-20D3-DB32-ED9D-43A02E676CA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9146091" cy="51462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5184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5184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Title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5184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3653380" y="1238530"/>
            <a:ext cx="1791475" cy="2612516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20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9146091" cy="5146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3653380" y="1238530"/>
            <a:ext cx="1791475" cy="2612516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20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5184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Date</a:t>
            </a:r>
            <a:endParaRPr lang="en-GB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5184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Title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5184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4905900"/>
            <a:ext cx="9146091" cy="2376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685800" rtl="0" eaLnBrk="1" fontAlgn="base" latinLnBrk="0" hangingPunct="1">
              <a:lnSpc>
                <a:spcPct val="100000"/>
              </a:lnSpc>
              <a:spcBef>
                <a:spcPts val="324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0" i="0" u="none" strike="noStrike" cap="none" normalizeH="0" baseline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9146091" cy="37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685800" rtl="0" eaLnBrk="1" fontAlgn="base" latinLnBrk="0" hangingPunct="1">
              <a:lnSpc>
                <a:spcPct val="100000"/>
              </a:lnSpc>
              <a:spcBef>
                <a:spcPts val="324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0" i="0" u="none" strike="noStrike" cap="none" normalizeH="0" baseline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82F59-C02A-CA42-52B7-DDEB0D313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F640F-B8BC-F044-8753-CCD4E0364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E302A-A293-0E2B-3E53-A80B030E7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42B78-63FD-4385-9FF9-57A629B5CB2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C9FF4-D9B0-888B-E7AA-C9FD4B0F3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3C906-9340-D4B4-84C1-3AF9B47E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8450-560E-4C6F-8405-4AA9FBAC3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19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4905900"/>
            <a:ext cx="9146091" cy="2376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685800" rtl="0" eaLnBrk="1" fontAlgn="base" latinLnBrk="0" hangingPunct="1">
              <a:lnSpc>
                <a:spcPct val="100000"/>
              </a:lnSpc>
              <a:spcBef>
                <a:spcPts val="324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4"/>
            </p:custDataLst>
          </p:nvPr>
        </p:nvSpPr>
        <p:spPr bwMode="auto">
          <a:xfrm>
            <a:off x="189025" y="189000"/>
            <a:ext cx="314749" cy="459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200"/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4193646" y="4905900"/>
            <a:ext cx="4123437" cy="2376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spcBef>
                <a:spcPts val="0"/>
              </a:spcBef>
              <a:defRPr sz="525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a-DK"/>
              <a:t>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630961" y="4905900"/>
            <a:ext cx="324492" cy="2376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525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1218" y="319595"/>
            <a:ext cx="6985190" cy="72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l-GR"/>
              <a:t>Κάντε κλικ για να επεξεργαστείτε τον τίτλο υποδείγματος</a:t>
            </a:r>
            <a:endParaRPr lang="da-DK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31218" y="1279746"/>
            <a:ext cx="6985190" cy="3409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113676" name="text" descr="{&quot;templafy&quot;:{&quot;type&quot;:&quot;text&quot;,&quot;binding&quot;:&quot;UserProfile.Offices.Workarea_{{DocumentLanguage}}&quot;}}" title="UserProfile.Offices.Workarea_{{DocumentLanguage}}"/>
          <p:cNvSpPr>
            <a:spLocks noChangeArrowheads="1"/>
          </p:cNvSpPr>
          <p:nvPr/>
        </p:nvSpPr>
        <p:spPr bwMode="auto">
          <a:xfrm>
            <a:off x="1331218" y="4905900"/>
            <a:ext cx="2548135" cy="23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a-DK" sz="525" b="1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5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188547" y="4905900"/>
            <a:ext cx="828118" cy="2376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525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-80" charset="-128"/>
            </a:endParaRPr>
          </a:p>
        </p:txBody>
      </p:sp>
      <p:sp>
        <p:nvSpPr>
          <p:cNvPr id="7" name="text" descr="{&quot;templafy&quot;:{&quot;binding&quot;:&quot;Form.PresentationTitle&quot;,&quot;type&quot;:&quot;text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4193908" y="4905900"/>
            <a:ext cx="4122498" cy="237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da-DK" sz="525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9146091" cy="37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685800" rtl="0" eaLnBrk="1" fontAlgn="base" latinLnBrk="0" hangingPunct="1">
              <a:lnSpc>
                <a:spcPct val="100000"/>
              </a:lnSpc>
              <a:spcBef>
                <a:spcPts val="324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0" i="0" u="none" strike="noStrike" cap="none" normalizeH="0" baseline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4E9AE0-170F-0C2B-DFF5-DC7F65F4B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9025" y="4905900"/>
            <a:ext cx="829008" cy="237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525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a-DK"/>
              <a:t>Date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2BB045-1D2D-446C-D612-FAA9D5CD9DE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7632" y="5004435"/>
            <a:ext cx="1269371" cy="91440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600">
                <a:solidFill>
                  <a:srgbClr val="737373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Classified by Alfa Laval as: Business</a:t>
            </a:r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  <p:sldLayoutId id="2147483678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01" userDrawn="1">
          <p15:clr>
            <a:srgbClr val="F26B43"/>
          </p15:clr>
        </p15:guide>
        <p15:guide id="4" orient="horz" pos="661" userDrawn="1">
          <p15:clr>
            <a:srgbClr val="F26B43"/>
          </p15:clr>
        </p15:guide>
        <p15:guide id="5" orient="horz" pos="806" userDrawn="1">
          <p15:clr>
            <a:srgbClr val="F26B43"/>
          </p15:clr>
        </p15:guide>
        <p15:guide id="6" orient="horz" pos="295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svg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4D_2A7D85B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ecursive_least_squares_filte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1393C32-4593-A727-A772-60975780A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990" y="2658838"/>
            <a:ext cx="3238441" cy="474780"/>
          </a:xfrm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1pPr>
            <a:lvl2pPr marL="342900" algn="l" rtl="0" fontAlgn="base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685800" algn="l" rtl="0" fontAlgn="base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028700" algn="l" rtl="0" fontAlgn="base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371600" algn="l" rtl="0" fontAlgn="base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1714500" algn="l" defTabSz="685800" rtl="0" eaLnBrk="1" latinLnBrk="0" hangingPunct="1">
              <a:defRPr sz="12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057400" algn="l" defTabSz="685800" rtl="0" eaLnBrk="1" latinLnBrk="0" hangingPunct="1">
              <a:defRPr sz="12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2400300" algn="l" defTabSz="685800" rtl="0" eaLnBrk="1" latinLnBrk="0" hangingPunct="1">
              <a:defRPr sz="12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2743200" algn="l" defTabSz="685800" rtl="0" eaLnBrk="1" latinLnBrk="0" hangingPunct="1">
              <a:defRPr sz="12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en-GB" noProof="0">
                <a:solidFill>
                  <a:srgbClr val="FFFFFF"/>
                </a:solidFill>
              </a:rPr>
              <a:t>Forecasting Wind Power</a:t>
            </a: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2A505916-C26B-4D8F-DD23-7BF9A136D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1pPr>
            <a:lvl2pPr marL="342900" algn="l" rtl="0" fontAlgn="base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685800" algn="l" rtl="0" fontAlgn="base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028700" algn="l" rtl="0" fontAlgn="base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371600" algn="l" rtl="0" fontAlgn="base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1714500" algn="l" defTabSz="685800" rtl="0" eaLnBrk="1" latinLnBrk="0" hangingPunct="1">
              <a:defRPr sz="12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057400" algn="l" defTabSz="685800" rtl="0" eaLnBrk="1" latinLnBrk="0" hangingPunct="1">
              <a:defRPr sz="12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2400300" algn="l" defTabSz="685800" rtl="0" eaLnBrk="1" latinLnBrk="0" hangingPunct="1">
              <a:defRPr sz="12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2743200" algn="l" defTabSz="685800" rtl="0" eaLnBrk="1" latinLnBrk="0" hangingPunct="1">
              <a:defRPr sz="12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br>
              <a:rPr lang="en-GB" sz="1600" noProof="0">
                <a:solidFill>
                  <a:srgbClr val="FFFFFF"/>
                </a:solidFill>
              </a:rPr>
            </a:br>
            <a:r>
              <a:rPr lang="en-GB" sz="1600" noProof="0">
                <a:solidFill>
                  <a:srgbClr val="FFFFFF"/>
                </a:solidFill>
              </a:rPr>
              <a:t> </a:t>
            </a:r>
            <a:br>
              <a:rPr lang="en-GB" sz="1600" noProof="0">
                <a:solidFill>
                  <a:srgbClr val="FFFFFF"/>
                </a:solidFill>
              </a:rPr>
            </a:br>
            <a:br>
              <a:rPr lang="en-GB" sz="1600" noProof="0">
                <a:solidFill>
                  <a:srgbClr val="FFFFFF"/>
                </a:solidFill>
              </a:rPr>
            </a:br>
            <a:br>
              <a:rPr lang="en-GB" sz="1600" noProof="0">
                <a:solidFill>
                  <a:srgbClr val="FFFFFF"/>
                </a:solidFill>
              </a:rPr>
            </a:br>
            <a:r>
              <a:rPr lang="en-GB" sz="1600" noProof="0">
                <a:solidFill>
                  <a:srgbClr val="FFFFFF"/>
                </a:solidFill>
              </a:rPr>
              <a:t>Advanced Time series Analysis - Exam</a:t>
            </a:r>
            <a:endParaRPr lang="en-GB" sz="1600" noProof="0">
              <a:solidFill>
                <a:schemeClr val="bg1"/>
              </a:solidFill>
              <a:latin typeface="Verdana"/>
              <a:ea typeface="ＭＳ Ｐゴシック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E8FAF-61B0-699A-F6B4-E95497AD67F3}"/>
              </a:ext>
            </a:extLst>
          </p:cNvPr>
          <p:cNvSpPr txBox="1"/>
          <p:nvPr/>
        </p:nvSpPr>
        <p:spPr>
          <a:xfrm>
            <a:off x="7392256" y="77607"/>
            <a:ext cx="2440113" cy="12824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GB" i="1" noProof="0">
                <a:solidFill>
                  <a:schemeClr val="bg1"/>
                </a:solidFill>
                <a:latin typeface="+mn-lt"/>
              </a:rPr>
              <a:t>Group: </a:t>
            </a:r>
          </a:p>
          <a:p>
            <a:pPr algn="l">
              <a:spcBef>
                <a:spcPts val="432"/>
              </a:spcBef>
            </a:pPr>
            <a:r>
              <a:rPr lang="en-GB" i="1" noProof="0">
                <a:solidFill>
                  <a:schemeClr val="bg1"/>
                </a:solidFill>
                <a:latin typeface="+mn-lt"/>
              </a:rPr>
              <a:t>Jacob Hægh</a:t>
            </a:r>
          </a:p>
          <a:p>
            <a:pPr algn="l">
              <a:spcBef>
                <a:spcPts val="432"/>
              </a:spcBef>
            </a:pPr>
            <a:r>
              <a:rPr lang="en-GB" i="1" noProof="0">
                <a:solidFill>
                  <a:schemeClr val="bg1"/>
                </a:solidFill>
                <a:latin typeface="+mn-lt"/>
              </a:rPr>
              <a:t>Marcos Bauch Mira</a:t>
            </a:r>
          </a:p>
          <a:p>
            <a:pPr algn="l">
              <a:spcBef>
                <a:spcPts val="432"/>
              </a:spcBef>
            </a:pPr>
            <a:r>
              <a:rPr lang="en-GB" i="1" noProof="0">
                <a:solidFill>
                  <a:schemeClr val="bg1"/>
                </a:solidFill>
                <a:latin typeface="+mn-lt"/>
              </a:rPr>
              <a:t>Asher Kite</a:t>
            </a:r>
          </a:p>
          <a:p>
            <a:pPr algn="l">
              <a:spcBef>
                <a:spcPts val="432"/>
              </a:spcBef>
            </a:pPr>
            <a:r>
              <a:rPr lang="en-GB" i="1" noProof="0">
                <a:solidFill>
                  <a:schemeClr val="bg1"/>
                </a:solidFill>
                <a:latin typeface="+mn-lt"/>
              </a:rPr>
              <a:t>Abbie Langhave</a:t>
            </a:r>
          </a:p>
        </p:txBody>
      </p:sp>
      <p:pic>
        <p:nvPicPr>
          <p:cNvPr id="5" name="Graphic 4" descr="Wind Turbines outline">
            <a:extLst>
              <a:ext uri="{FF2B5EF4-FFF2-40B4-BE49-F238E27FC236}">
                <a16:creationId xmlns:a16="http://schemas.microsoft.com/office/drawing/2014/main" id="{EBB89EB3-27DD-CDD2-D11A-6F49F03A73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51696" y="3421294"/>
            <a:ext cx="1460616" cy="1460616"/>
          </a:xfrm>
          <a:prstGeom prst="rect">
            <a:avLst/>
          </a:prstGeom>
        </p:spPr>
      </p:pic>
      <p:pic>
        <p:nvPicPr>
          <p:cNvPr id="9" name="Graphic 8" descr="Windy with solid fill">
            <a:extLst>
              <a:ext uri="{FF2B5EF4-FFF2-40B4-BE49-F238E27FC236}">
                <a16:creationId xmlns:a16="http://schemas.microsoft.com/office/drawing/2014/main" id="{A82CB265-2767-C1F8-49EC-C77F48ABD2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30579" y="3296761"/>
            <a:ext cx="721117" cy="721117"/>
          </a:xfrm>
          <a:prstGeom prst="rect">
            <a:avLst/>
          </a:prstGeom>
        </p:spPr>
      </p:pic>
      <p:pic>
        <p:nvPicPr>
          <p:cNvPr id="7" name="Graphic 6" descr="Battery charging outline">
            <a:extLst>
              <a:ext uri="{FF2B5EF4-FFF2-40B4-BE49-F238E27FC236}">
                <a16:creationId xmlns:a16="http://schemas.microsoft.com/office/drawing/2014/main" id="{9EC008AC-9621-2777-D4CC-3F165FD4F3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1067" y="2839561"/>
            <a:ext cx="914400" cy="914400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A374-E149-AE21-A53A-247D4034A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573" y="123290"/>
            <a:ext cx="6985190" cy="729537"/>
          </a:xfrm>
        </p:spPr>
        <p:txBody>
          <a:bodyPr wrap="square" anchor="b">
            <a:normAutofit/>
          </a:bodyPr>
          <a:lstStyle/>
          <a:p>
            <a:r>
              <a:rPr lang="en-GB" sz="2800"/>
              <a:t>Table of Contents</a:t>
            </a:r>
            <a:endParaRPr lang="en-US" sz="280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D26C28-C6EF-4EB1-4DE7-CC73D32DFE56}"/>
              </a:ext>
            </a:extLst>
          </p:cNvPr>
          <p:cNvSpPr txBox="1">
            <a:spLocks/>
          </p:cNvSpPr>
          <p:nvPr/>
        </p:nvSpPr>
        <p:spPr bwMode="auto">
          <a:xfrm>
            <a:off x="760443" y="1022756"/>
            <a:ext cx="7838627" cy="4120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35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35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35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35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35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35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35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35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97485" indent="-197485">
              <a:buClrTx/>
            </a:pPr>
            <a:r>
              <a:rPr lang="en-US" sz="1100" b="1"/>
              <a:t>1. Project Overview</a:t>
            </a:r>
            <a:endParaRPr lang="en-US" sz="1100" b="1"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kern="1200"/>
              <a:t>2. Data Description and Handling</a:t>
            </a:r>
            <a:endParaRPr lang="en-US" sz="1100" kern="120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kern="1200">
                <a:cs typeface="Arial"/>
              </a:rPr>
              <a:t>3. Modelling Approach</a:t>
            </a:r>
            <a:endParaRPr lang="en-US" sz="1100" b="1" kern="120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kern="1200"/>
              <a:t>4. Linear Models</a:t>
            </a:r>
            <a:endParaRPr lang="en-US" sz="1100" b="1" kern="1200">
              <a:cs typeface="Arial"/>
            </a:endParaRPr>
          </a:p>
          <a:p>
            <a:pPr marL="444500" lvl="1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US" sz="1100" kern="1200"/>
              <a:t>Persistence and AR(p) models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kern="1200"/>
              <a:t>5. Nonlinear Models</a:t>
            </a:r>
            <a:endParaRPr lang="en-US" sz="1100" b="1" kern="1200">
              <a:cs typeface="Arial"/>
            </a:endParaRPr>
          </a:p>
          <a:p>
            <a:pPr marL="444500" lvl="1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US" sz="1100" kern="1200"/>
              <a:t>Sigmoid of Wind Speed, Sine/Cosine of Wind Direction, etc.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kern="1200">
                <a:cs typeface="Arial"/>
              </a:rPr>
              <a:t>6. Model Evaluation</a:t>
            </a:r>
          </a:p>
          <a:p>
            <a:pPr marL="444500" lvl="1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US" sz="1100" kern="1200"/>
              <a:t>AIC and BIC, RMSE</a:t>
            </a:r>
            <a:endParaRPr lang="en-US" sz="1100" kern="1200"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kern="1200">
                <a:cs typeface="Arial"/>
              </a:rPr>
              <a:t>7. Conclusion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kern="1200">
                <a:cs typeface="Arial"/>
              </a:rPr>
              <a:t>8. Future Work Suggestions</a:t>
            </a:r>
          </a:p>
          <a:p>
            <a:pPr marL="444500" lvl="1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US" sz="1100" kern="1200"/>
              <a:t>SDE Modelling with </a:t>
            </a:r>
            <a:r>
              <a:rPr lang="en-US" sz="1100" kern="1200" err="1"/>
              <a:t>ctsmTMB</a:t>
            </a:r>
            <a:r>
              <a:rPr lang="en-US" sz="1100" kern="1200"/>
              <a:t>, Adaptive GARCH Modelling, </a:t>
            </a:r>
            <a:endParaRPr lang="en-US" sz="1100" b="1" kern="1200"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100" kern="1200"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100" kern="1200"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100" kern="1200">
              <a:cs typeface="Arial"/>
            </a:endParaRPr>
          </a:p>
          <a:p>
            <a:pPr marL="197485" indent="-197485">
              <a:buClrTx/>
              <a:buFontTx/>
              <a:buChar char="•"/>
            </a:pPr>
            <a:endParaRPr lang="en-US" sz="11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5404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E915B-F548-92AD-7466-4ADA970F5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>
                <a:ea typeface="+mj-lt"/>
                <a:cs typeface="+mj-lt"/>
              </a:rPr>
              <a:t>Motivation</a:t>
            </a:r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AA47ED9-1071-5345-44C6-EEC048C19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762" y="1154719"/>
            <a:ext cx="2805665" cy="3533963"/>
          </a:xfrm>
        </p:spPr>
        <p:txBody>
          <a:bodyPr/>
          <a:lstStyle/>
          <a:p>
            <a:pPr marL="197485" indent="-197485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Renewable energy is expanding rapidly, with wind power playing a growing role </a:t>
            </a:r>
            <a:endParaRPr lang="en-US" sz="1400">
              <a:cs typeface="Arial"/>
            </a:endParaRPr>
          </a:p>
          <a:p>
            <a:pPr marL="0" indent="0">
              <a:buNone/>
            </a:pPr>
            <a:endParaRPr lang="en-US" sz="1400">
              <a:ea typeface="+mn-lt"/>
              <a:cs typeface="+mn-lt"/>
            </a:endParaRPr>
          </a:p>
          <a:p>
            <a:pPr marL="0" indent="0">
              <a:buNone/>
            </a:pPr>
            <a:endParaRPr lang="en-US" sz="1400">
              <a:ea typeface="+mn-lt"/>
              <a:cs typeface="+mn-lt"/>
            </a:endParaRPr>
          </a:p>
          <a:p>
            <a:pPr marL="0" indent="0">
              <a:buNone/>
            </a:pPr>
            <a:endParaRPr lang="en-US" sz="1400">
              <a:ea typeface="+mn-lt"/>
              <a:cs typeface="+mn-lt"/>
            </a:endParaRPr>
          </a:p>
          <a:p>
            <a:pPr marL="0" indent="0">
              <a:buNone/>
            </a:pPr>
            <a:endParaRPr lang="en-US" sz="1400">
              <a:ea typeface="+mn-lt"/>
              <a:cs typeface="+mn-lt"/>
            </a:endParaRPr>
          </a:p>
          <a:p>
            <a:pPr marL="197485" indent="-197485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Wind variability poses challenges for grid stability and energy markets</a:t>
            </a:r>
            <a:endParaRPr lang="en-US"/>
          </a:p>
          <a:p>
            <a:pPr marL="0" indent="0">
              <a:buNone/>
            </a:pPr>
            <a:endParaRPr lang="en-US" sz="1400">
              <a:cs typeface="Arial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36A26F4-721A-96FA-BFB0-2AB501B7B28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Problem</a:t>
            </a:r>
            <a:endParaRPr lang="en-US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F1174DB-E5A4-A472-EFBD-1A2BFC0A8C57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167475" y="1154530"/>
            <a:ext cx="2805666" cy="3534151"/>
          </a:xfrm>
        </p:spPr>
        <p:txBody>
          <a:bodyPr/>
          <a:lstStyle/>
          <a:p>
            <a:pPr marL="197485" indent="-197485"/>
            <a:r>
              <a:rPr lang="en-US" sz="1400">
                <a:ea typeface="+mn-lt"/>
                <a:cs typeface="+mn-lt"/>
              </a:rPr>
              <a:t>Accurate short-term forecasts of wind power are essential</a:t>
            </a:r>
          </a:p>
          <a:p>
            <a:pPr marL="197485" indent="-197485"/>
            <a:r>
              <a:rPr lang="en-US" sz="1400">
                <a:ea typeface="+mn-lt"/>
                <a:cs typeface="+mn-lt"/>
              </a:rPr>
              <a:t>Wind fluctuations complicate operations for power plants and market planning</a:t>
            </a:r>
            <a:endParaRPr lang="en-US"/>
          </a:p>
          <a:p>
            <a:pPr marL="197485" indent="-197485"/>
            <a:endParaRPr lang="en-US" sz="1400">
              <a:cs typeface="Arial"/>
            </a:endParaRPr>
          </a:p>
          <a:p>
            <a:pPr marL="197485" indent="-197485"/>
            <a:endParaRPr lang="en-US">
              <a:cs typeface="Arial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1151A85-2DE6-4E74-3649-08139E7249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Project Aim</a:t>
            </a:r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F5FE8EF5-7E0A-4F75-94B6-F5057E6F37A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149188" y="1162050"/>
            <a:ext cx="2805665" cy="3526631"/>
          </a:xfrm>
        </p:spPr>
        <p:txBody>
          <a:bodyPr/>
          <a:lstStyle/>
          <a:p>
            <a:pPr marL="197485" indent="-197485"/>
            <a:r>
              <a:rPr lang="en-US" sz="1400">
                <a:ea typeface="+mn-lt"/>
                <a:cs typeface="+mn-lt"/>
              </a:rPr>
              <a:t>Develop a model that uses weather data to predict hourly wind power output</a:t>
            </a:r>
            <a:endParaRPr lang="en-US" sz="1400"/>
          </a:p>
          <a:p>
            <a:pPr marL="197485" indent="-197485"/>
            <a:endParaRPr lang="en-US"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EE1619-2C41-337F-55F5-7F26185CE783}"/>
              </a:ext>
            </a:extLst>
          </p:cNvPr>
          <p:cNvSpPr txBox="1"/>
          <p:nvPr/>
        </p:nvSpPr>
        <p:spPr>
          <a:xfrm>
            <a:off x="2887578" y="1063844"/>
            <a:ext cx="2703033" cy="33543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432"/>
              </a:spcBef>
            </a:pPr>
            <a:endParaRPr lang="en-US" err="1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615A5A-2559-4BF1-0CA8-4955722A0113}"/>
              </a:ext>
            </a:extLst>
          </p:cNvPr>
          <p:cNvSpPr txBox="1"/>
          <p:nvPr/>
        </p:nvSpPr>
        <p:spPr>
          <a:xfrm>
            <a:off x="282101" y="1026850"/>
            <a:ext cx="2967709" cy="38591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432"/>
              </a:spcBef>
            </a:pPr>
            <a:endParaRPr lang="en-US" err="1"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40F0AA-B5E4-1747-D1E0-88670E9068B1}"/>
              </a:ext>
            </a:extLst>
          </p:cNvPr>
          <p:cNvSpPr txBox="1"/>
          <p:nvPr/>
        </p:nvSpPr>
        <p:spPr>
          <a:xfrm>
            <a:off x="739681" y="225681"/>
            <a:ext cx="30918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32"/>
              </a:spcBef>
            </a:pPr>
            <a:r>
              <a:rPr lang="en-US" sz="2400" b="1">
                <a:latin typeface="+mn-lt"/>
              </a:rPr>
              <a:t>Project Overview</a:t>
            </a:r>
            <a:endParaRPr lang="en-US" sz="2400" b="1" err="1">
              <a:latin typeface="+mn-lt"/>
            </a:endParaRPr>
          </a:p>
        </p:txBody>
      </p:sp>
      <p:pic>
        <p:nvPicPr>
          <p:cNvPr id="24" name="Graphic 23" descr="Earth globe: Africa and Europe with solid fill">
            <a:extLst>
              <a:ext uri="{FF2B5EF4-FFF2-40B4-BE49-F238E27FC236}">
                <a16:creationId xmlns:a16="http://schemas.microsoft.com/office/drawing/2014/main" id="{D2B02BF0-E49F-22CF-D229-8CB7E7A610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920" y="1863432"/>
            <a:ext cx="950495" cy="950495"/>
          </a:xfrm>
          <a:prstGeom prst="rect">
            <a:avLst/>
          </a:prstGeom>
        </p:spPr>
      </p:pic>
      <p:pic>
        <p:nvPicPr>
          <p:cNvPr id="25" name="Graphic 24" descr="Lightning bolt with solid fill">
            <a:extLst>
              <a:ext uri="{FF2B5EF4-FFF2-40B4-BE49-F238E27FC236}">
                <a16:creationId xmlns:a16="http://schemas.microsoft.com/office/drawing/2014/main" id="{96A381F5-C738-2CFD-097D-31740CB49C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0529" y="3716948"/>
            <a:ext cx="950495" cy="950495"/>
          </a:xfrm>
          <a:prstGeom prst="rect">
            <a:avLst/>
          </a:prstGeom>
        </p:spPr>
      </p:pic>
      <p:pic>
        <p:nvPicPr>
          <p:cNvPr id="26" name="Graphic 25" descr="Gears with solid fill">
            <a:extLst>
              <a:ext uri="{FF2B5EF4-FFF2-40B4-BE49-F238E27FC236}">
                <a16:creationId xmlns:a16="http://schemas.microsoft.com/office/drawing/2014/main" id="{1DC2228C-1D81-8EDA-2E84-B21536913F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49811" y="2575266"/>
            <a:ext cx="1161046" cy="1048250"/>
          </a:xfrm>
          <a:prstGeom prst="rect">
            <a:avLst/>
          </a:prstGeom>
        </p:spPr>
      </p:pic>
      <p:pic>
        <p:nvPicPr>
          <p:cNvPr id="27" name="Graphic 26" descr="Bullseye with solid fill">
            <a:extLst>
              <a:ext uri="{FF2B5EF4-FFF2-40B4-BE49-F238E27FC236}">
                <a16:creationId xmlns:a16="http://schemas.microsoft.com/office/drawing/2014/main" id="{34859644-33EE-88D8-9989-533DABA423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80028" y="2079845"/>
            <a:ext cx="935456" cy="92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72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403B9-A3D3-DDFB-3524-7F1FF31EF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522" y="218315"/>
            <a:ext cx="6985190" cy="469108"/>
          </a:xfrm>
        </p:spPr>
        <p:txBody>
          <a:bodyPr/>
          <a:lstStyle/>
          <a:p>
            <a:r>
              <a:rPr lang="en-US" sz="2400">
                <a:cs typeface="Arial"/>
              </a:rPr>
              <a:t>Data Description</a:t>
            </a:r>
            <a:endParaRPr lang="en-US" sz="2800">
              <a:cs typeface="Arial"/>
            </a:endParaRPr>
          </a:p>
        </p:txBody>
      </p:sp>
      <p:pic>
        <p:nvPicPr>
          <p:cNvPr id="4" name="Content Placeholder 3" descr="A graph showing a wind power&#10;&#10;AI-generated content may be incorrect.">
            <a:extLst>
              <a:ext uri="{FF2B5EF4-FFF2-40B4-BE49-F238E27FC236}">
                <a16:creationId xmlns:a16="http://schemas.microsoft.com/office/drawing/2014/main" id="{C619909F-8043-81A1-915B-DAA85F662B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961153" y="144034"/>
            <a:ext cx="2991909" cy="2533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08DD039-7EEB-7352-C1F1-3F632A471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75CBE35-9016-4323-49C4-0A854CF35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EDE1717-BEF7-66EF-3DE8-C512DF47E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5" name="Picture 4" descr="A green and white graph&#10;&#10;AI-generated content may be incorrect.">
            <a:extLst>
              <a:ext uri="{FF2B5EF4-FFF2-40B4-BE49-F238E27FC236}">
                <a16:creationId xmlns:a16="http://schemas.microsoft.com/office/drawing/2014/main" id="{F4593CEC-DB87-8ABD-4C00-2ECF8D72A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32" y="2240968"/>
            <a:ext cx="2982024" cy="25247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EC97B2-007C-53C7-CBCE-C0004AA6BB2E}"/>
              </a:ext>
            </a:extLst>
          </p:cNvPr>
          <p:cNvSpPr txBox="1"/>
          <p:nvPr/>
        </p:nvSpPr>
        <p:spPr>
          <a:xfrm>
            <a:off x="191893" y="825652"/>
            <a:ext cx="4257594" cy="1247094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b="1">
                <a:latin typeface="+mn-lt"/>
              </a:rPr>
              <a:t>Dataset:</a:t>
            </a:r>
            <a:r>
              <a:rPr lang="en-US">
                <a:latin typeface="+mn-lt"/>
              </a:rPr>
              <a:t> Hourly observations from a wind farm in Klim, NW Jutland.</a:t>
            </a:r>
            <a:endParaRPr lang="en-US">
              <a:cs typeface="Arial"/>
            </a:endParaRPr>
          </a:p>
          <a:p>
            <a:r>
              <a:rPr lang="en-US" b="1">
                <a:latin typeface="+mn-lt"/>
              </a:rPr>
              <a:t>Variables: </a:t>
            </a:r>
            <a:r>
              <a:rPr lang="en-US">
                <a:latin typeface="+mn-lt"/>
              </a:rPr>
              <a:t>Measured power, 1-,2-and 3-hr forecasted wind speed, wind direction and temperature, timestamps and time-of-year indicator</a:t>
            </a:r>
            <a:endParaRPr lang="en-US">
              <a:cs typeface="Arial"/>
            </a:endParaRPr>
          </a:p>
          <a:p>
            <a:pPr algn="l">
              <a:spcBef>
                <a:spcPts val="432"/>
              </a:spcBef>
            </a:pPr>
            <a:endParaRPr lang="en-US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A5203-6E6D-EF43-623F-3FC68001176D}"/>
              </a:ext>
            </a:extLst>
          </p:cNvPr>
          <p:cNvSpPr txBox="1"/>
          <p:nvPr/>
        </p:nvSpPr>
        <p:spPr>
          <a:xfrm>
            <a:off x="3524250" y="2809875"/>
            <a:ext cx="5262561" cy="17748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+mn-lt"/>
              </a:rPr>
              <a:t>Power Time Series:</a:t>
            </a:r>
            <a:endParaRPr lang="en-US"/>
          </a:p>
          <a:p>
            <a:pPr marL="285750" indent="-285750">
              <a:buChar char="•"/>
            </a:pPr>
            <a:r>
              <a:rPr lang="en-US">
                <a:latin typeface="+mn-lt"/>
              </a:rPr>
              <a:t>Shows hourly wind power over the observation period</a:t>
            </a:r>
            <a:endParaRPr lang="en-US"/>
          </a:p>
          <a:p>
            <a:pPr marL="285750" indent="-285750">
              <a:buChar char="•"/>
            </a:pPr>
            <a:r>
              <a:rPr lang="en-US">
                <a:latin typeface="+mn-lt"/>
              </a:rPr>
              <a:t>Highlights variability and periods of low/high generation</a:t>
            </a:r>
            <a:endParaRPr lang="en-US"/>
          </a:p>
          <a:p>
            <a:endParaRPr lang="en-US" b="1">
              <a:latin typeface="+mn-lt"/>
            </a:endParaRPr>
          </a:p>
          <a:p>
            <a:r>
              <a:rPr lang="en-US" b="1">
                <a:latin typeface="+mn-lt"/>
              </a:rPr>
              <a:t>Power vs. Wind Speed:</a:t>
            </a:r>
            <a:endParaRPr lang="en-US"/>
          </a:p>
          <a:p>
            <a:pPr marL="285750" indent="-285750">
              <a:buChar char="•"/>
            </a:pPr>
            <a:r>
              <a:rPr lang="en-US">
                <a:latin typeface="+mn-lt"/>
              </a:rPr>
              <a:t>Strong nonlinear relationship between wind speed and power</a:t>
            </a:r>
            <a:endParaRPr lang="en-US"/>
          </a:p>
          <a:p>
            <a:pPr marL="285750" indent="-285750">
              <a:buChar char="•"/>
            </a:pPr>
            <a:r>
              <a:rPr lang="en-US">
                <a:latin typeface="+mn-lt"/>
              </a:rPr>
              <a:t>Power rises with wind speed up to the turbine’s rated capacity</a:t>
            </a:r>
            <a:endParaRPr lang="en-US"/>
          </a:p>
          <a:p>
            <a:pPr algn="l">
              <a:spcBef>
                <a:spcPts val="432"/>
              </a:spcBef>
            </a:pPr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958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8EDCB-B552-F939-9636-E58280C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609" y="228743"/>
            <a:ext cx="2666387" cy="432936"/>
          </a:xfrm>
        </p:spPr>
        <p:txBody>
          <a:bodyPr/>
          <a:lstStyle/>
          <a:p>
            <a:r>
              <a:rPr lang="en-US" sz="2400">
                <a:cs typeface="Arial"/>
              </a:rPr>
              <a:t>Data Handling</a:t>
            </a:r>
            <a:endParaRPr lang="en-US" sz="2400"/>
          </a:p>
        </p:txBody>
      </p:sp>
      <p:pic>
        <p:nvPicPr>
          <p:cNvPr id="7" name="Content Placeholder 6" descr="A graph with red lines&#10;&#10;AI-generated content may be incorrect.">
            <a:extLst>
              <a:ext uri="{FF2B5EF4-FFF2-40B4-BE49-F238E27FC236}">
                <a16:creationId xmlns:a16="http://schemas.microsoft.com/office/drawing/2014/main" id="{4E7D6931-1F38-3D43-20FC-85AE550D02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420520" y="445172"/>
            <a:ext cx="4377558" cy="3631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EA41B-DE62-785B-556A-32FDF5898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4B3C7-9FF0-E439-352A-527F0780F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E6927-9CE4-7CB4-0486-FB228420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5</a:t>
            </a:fld>
            <a:endParaRPr lang="da-D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C2271F-18B2-DE11-1637-28C3959F3F42}"/>
              </a:ext>
            </a:extLst>
          </p:cNvPr>
          <p:cNvSpPr txBox="1"/>
          <p:nvPr/>
        </p:nvSpPr>
        <p:spPr>
          <a:xfrm>
            <a:off x="443685" y="979167"/>
            <a:ext cx="3442385" cy="2811888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latin typeface="+mn-lt"/>
              </a:rPr>
              <a:t>Largest gaps occur in weather forecasts</a:t>
            </a:r>
            <a:endParaRPr lang="en-US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+mn-lt"/>
              </a:rPr>
              <a:t>Power data has smaller missing segments</a:t>
            </a:r>
            <a:endParaRPr lang="en-US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+mn-lt"/>
              </a:rPr>
              <a:t>Three strategies for handling missing values:</a:t>
            </a:r>
            <a:endParaRPr lang="en-US" sz="1600">
              <a:cs typeface="Arial"/>
            </a:endParaRPr>
          </a:p>
          <a:p>
            <a:pPr marL="742950" lvl="1" indent="-285750">
              <a:buFont typeface="Wingdings"/>
              <a:buChar char="Ø"/>
            </a:pPr>
            <a:r>
              <a:rPr lang="en-US" sz="1600"/>
              <a:t>X_p: Fill using persistence</a:t>
            </a:r>
            <a:endParaRPr lang="en-US" sz="1600">
              <a:cs typeface="Arial"/>
            </a:endParaRPr>
          </a:p>
          <a:p>
            <a:pPr marL="742950" lvl="1" indent="-285750">
              <a:buFont typeface="Wingdings"/>
              <a:buChar char="Ø"/>
            </a:pPr>
            <a:r>
              <a:rPr lang="en-US" sz="1600"/>
              <a:t>X_c: Clip large gaps, fill remaining missing values</a:t>
            </a:r>
            <a:endParaRPr lang="en-US" sz="1600">
              <a:cs typeface="Arial"/>
            </a:endParaRPr>
          </a:p>
          <a:p>
            <a:pPr marL="742950" lvl="1" indent="-285750">
              <a:buFont typeface="Wingdings"/>
              <a:buChar char="Ø"/>
            </a:pPr>
            <a:r>
              <a:rPr lang="en-US" sz="1600"/>
              <a:t>X_d: Drop all rows with any missing values</a:t>
            </a:r>
            <a:endParaRPr lang="en-US">
              <a:cs typeface="Arial"/>
            </a:endParaRPr>
          </a:p>
          <a:p>
            <a:pPr algn="l">
              <a:spcBef>
                <a:spcPts val="432"/>
              </a:spcBef>
            </a:pPr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9301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3D797-D5C2-A5FB-315D-4FC064A0F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662" y="166828"/>
            <a:ext cx="3794918" cy="519746"/>
          </a:xfrm>
        </p:spPr>
        <p:txBody>
          <a:bodyPr/>
          <a:lstStyle/>
          <a:p>
            <a:r>
              <a:rPr lang="en-US" sz="2400">
                <a:cs typeface="Arial"/>
              </a:rPr>
              <a:t>Modelling Approach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D44C4-7F7F-C14E-9444-B7C9CDB59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148" y="986113"/>
            <a:ext cx="6985190" cy="3409184"/>
          </a:xfrm>
        </p:spPr>
        <p:txBody>
          <a:bodyPr/>
          <a:lstStyle/>
          <a:p>
            <a:pPr marL="0" indent="0">
              <a:buNone/>
            </a:pPr>
            <a:endParaRPr lang="en-US" b="1">
              <a:cs typeface="Arial"/>
            </a:endParaRPr>
          </a:p>
          <a:p>
            <a:pPr marL="197485" indent="-197485"/>
            <a:r>
              <a:rPr lang="en-US">
                <a:ea typeface="+mn-lt"/>
                <a:cs typeface="+mn-lt"/>
              </a:rPr>
              <a:t>Adaptive forecasting using Recursive Least Squares (RLS)</a:t>
            </a:r>
            <a:endParaRPr lang="en-US"/>
          </a:p>
          <a:p>
            <a:pPr marL="197485" indent="-197485"/>
            <a:r>
              <a:rPr lang="en-US">
                <a:ea typeface="+mn-lt"/>
                <a:cs typeface="+mn-lt"/>
              </a:rPr>
              <a:t>Models updated sequentially as new data becomes available</a:t>
            </a:r>
            <a:endParaRPr lang="en-US"/>
          </a:p>
          <a:p>
            <a:pPr marL="197485" indent="-197485"/>
            <a:r>
              <a:rPr lang="en-US">
                <a:ea typeface="+mn-lt"/>
                <a:cs typeface="+mn-lt"/>
              </a:rPr>
              <a:t>Forecast horizons: 1-, 2-, and 3-hour ahead wind power</a:t>
            </a:r>
            <a:endParaRPr lang="en-US"/>
          </a:p>
          <a:p>
            <a:pPr marL="197485" indent="-197485"/>
            <a:r>
              <a:rPr lang="en-US">
                <a:ea typeface="+mn-lt"/>
                <a:cs typeface="+mn-lt"/>
              </a:rPr>
              <a:t>Model complexity increased step by step to improve accuracy</a:t>
            </a:r>
            <a:endParaRPr lang="en-US"/>
          </a:p>
          <a:p>
            <a:pPr marL="197485" indent="-197485"/>
            <a:endParaRPr lang="en-US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9F270-D6E0-001E-BDEB-A6D96D496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4EB21-DD4B-A8EA-D520-BC85137EB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0A125-C58F-D10F-16EC-488B0781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78019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CA66C-749C-48B5-5C05-90FE2DC44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725" y="199279"/>
            <a:ext cx="4556315" cy="481386"/>
          </a:xfrm>
        </p:spPr>
        <p:txBody>
          <a:bodyPr/>
          <a:lstStyle/>
          <a:p>
            <a:r>
              <a:rPr lang="en-US" sz="2400">
                <a:cs typeface="Arial"/>
              </a:rPr>
              <a:t>Recursive Least Squares (RLS)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1279A-483B-65CC-4A7E-F913DFB93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780" y="1031649"/>
            <a:ext cx="6985190" cy="3409184"/>
          </a:xfrm>
        </p:spPr>
        <p:txBody>
          <a:bodyPr/>
          <a:lstStyle/>
          <a:p>
            <a:pPr marL="197485" indent="-197485"/>
            <a:r>
              <a:rPr lang="en-US">
                <a:ea typeface="+mn-lt"/>
                <a:cs typeface="+mn-lt"/>
              </a:rPr>
              <a:t>Sequential method for estimating model parameters over time</a:t>
            </a:r>
            <a:endParaRPr lang="en-US"/>
          </a:p>
          <a:p>
            <a:pPr marL="197485" indent="-197485"/>
            <a:r>
              <a:rPr lang="en-US">
                <a:ea typeface="+mn-lt"/>
                <a:cs typeface="+mn-lt"/>
              </a:rPr>
              <a:t>Updates coefficients at each time step using new observations</a:t>
            </a:r>
            <a:endParaRPr lang="en-US"/>
          </a:p>
          <a:p>
            <a:pPr marL="197485" indent="-197485"/>
            <a:r>
              <a:rPr lang="en-US">
                <a:ea typeface="+mn-lt"/>
                <a:cs typeface="+mn-lt"/>
              </a:rPr>
              <a:t>Uses a forgetting factor to emphasize recent data</a:t>
            </a:r>
            <a:endParaRPr lang="en-US"/>
          </a:p>
          <a:p>
            <a:pPr marL="197485" indent="-197485"/>
            <a:r>
              <a:rPr lang="en-US">
                <a:ea typeface="+mn-lt"/>
                <a:cs typeface="+mn-lt"/>
              </a:rPr>
              <a:t>Well suited for non-stationary time series such as wind power</a:t>
            </a:r>
            <a:endParaRPr lang="en-US"/>
          </a:p>
          <a:p>
            <a:pPr marL="0" indent="0">
              <a:buNone/>
            </a:pPr>
            <a:endParaRPr lang="en-US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5C108-96C9-D9A5-68DB-842CC8496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97396-4F5D-A9AD-4EDD-F40CB4444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D2CE0-EEEE-80FD-23D0-48ED4B7A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455433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536FC-3081-0269-2299-939AFC553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725" y="169200"/>
            <a:ext cx="4458559" cy="488906"/>
          </a:xfrm>
        </p:spPr>
        <p:txBody>
          <a:bodyPr/>
          <a:lstStyle/>
          <a:p>
            <a:r>
              <a:rPr lang="en-US" sz="2400">
                <a:cs typeface="Arial"/>
              </a:rPr>
              <a:t>Training and Evaluation Setup</a:t>
            </a:r>
            <a:endParaRPr lang="en-US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458C0-F48F-D45A-75EE-63F479B11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15" y="866215"/>
            <a:ext cx="6985190" cy="3409184"/>
          </a:xfrm>
        </p:spPr>
        <p:txBody>
          <a:bodyPr/>
          <a:lstStyle/>
          <a:p>
            <a:pPr marL="197485" indent="-197485"/>
            <a:r>
              <a:rPr lang="en-US">
                <a:ea typeface="+mn-lt"/>
                <a:cs typeface="+mn-lt"/>
              </a:rPr>
              <a:t>First 50% of the data used to initialize model parameters</a:t>
            </a:r>
            <a:endParaRPr lang="en-US"/>
          </a:p>
          <a:p>
            <a:pPr marL="197485" indent="-197485"/>
            <a:r>
              <a:rPr lang="en-US">
                <a:ea typeface="+mn-lt"/>
                <a:cs typeface="+mn-lt"/>
              </a:rPr>
              <a:t>Remaining 50% used for testing and evaluation</a:t>
            </a:r>
            <a:endParaRPr lang="en-US"/>
          </a:p>
          <a:p>
            <a:pPr marL="197485" indent="-197485"/>
            <a:r>
              <a:rPr lang="en-US">
                <a:ea typeface="+mn-lt"/>
                <a:cs typeface="+mn-lt"/>
              </a:rPr>
              <a:t>Burn-in period of 100 time steps excluded from performance metrics</a:t>
            </a:r>
            <a:endParaRPr lang="en-US"/>
          </a:p>
          <a:p>
            <a:pPr marL="197485" indent="-197485"/>
            <a:r>
              <a:rPr lang="en-US">
                <a:ea typeface="+mn-lt"/>
                <a:cs typeface="+mn-lt"/>
              </a:rPr>
              <a:t>Forecast accuracy evaluated using RMSE</a:t>
            </a:r>
            <a:endParaRPr lang="en-US"/>
          </a:p>
          <a:p>
            <a:pPr marL="197485" indent="-197485"/>
            <a:endParaRPr lang="en-US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CA7A9-D735-68EC-D900-6FDB403AD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8C333-0BF9-FFC8-D8FB-64755AC01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B9372-294B-F090-841A-6E92F290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8</a:t>
            </a:fld>
            <a:endParaRPr lang="da-DK"/>
          </a:p>
        </p:txBody>
      </p:sp>
      <p:pic>
        <p:nvPicPr>
          <p:cNvPr id="8" name="Picture 7" descr="A blue and grey lines&#10;&#10;AI-generated content may be incorrect.">
            <a:extLst>
              <a:ext uri="{FF2B5EF4-FFF2-40B4-BE49-F238E27FC236}">
                <a16:creationId xmlns:a16="http://schemas.microsoft.com/office/drawing/2014/main" id="{A35A092C-98D2-B204-143C-8D9EFF55D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22" y="2444750"/>
            <a:ext cx="4495594" cy="239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123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6997-01F3-889B-69D5-CA91591BC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284" y="206798"/>
            <a:ext cx="2518467" cy="458827"/>
          </a:xfrm>
        </p:spPr>
        <p:txBody>
          <a:bodyPr/>
          <a:lstStyle/>
          <a:p>
            <a:r>
              <a:rPr lang="en-US" sz="2400">
                <a:cs typeface="Arial"/>
              </a:rPr>
              <a:t>Model Overview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53DFA-77FD-1265-3DE3-48B25AB32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15" y="948932"/>
            <a:ext cx="6985190" cy="2101515"/>
          </a:xfrm>
        </p:spPr>
        <p:txBody>
          <a:bodyPr/>
          <a:lstStyle/>
          <a:p>
            <a:pPr marL="197485" indent="-197485"/>
            <a:r>
              <a:rPr lang="en-US">
                <a:ea typeface="+mn-lt"/>
                <a:cs typeface="+mn-lt"/>
              </a:rPr>
              <a:t>Multiple models tested with increasing complexity</a:t>
            </a:r>
            <a:endParaRPr lang="en-US"/>
          </a:p>
          <a:p>
            <a:pPr marL="197485" indent="-197485"/>
            <a:r>
              <a:rPr lang="en-US" b="1">
                <a:ea typeface="+mn-lt"/>
                <a:cs typeface="+mn-lt"/>
              </a:rPr>
              <a:t>Baseline:</a:t>
            </a:r>
            <a:r>
              <a:rPr lang="en-US">
                <a:ea typeface="+mn-lt"/>
                <a:cs typeface="+mn-lt"/>
              </a:rPr>
              <a:t> Persistence model</a:t>
            </a:r>
            <a:endParaRPr lang="en-US"/>
          </a:p>
          <a:p>
            <a:pPr marL="197485" indent="-197485"/>
            <a:r>
              <a:rPr lang="en-US" b="1">
                <a:ea typeface="+mn-lt"/>
                <a:cs typeface="+mn-lt"/>
              </a:rPr>
              <a:t>Linear models:</a:t>
            </a:r>
            <a:r>
              <a:rPr lang="en-US">
                <a:ea typeface="+mn-lt"/>
                <a:cs typeface="+mn-lt"/>
              </a:rPr>
              <a:t> AR(1) and AR(4)</a:t>
            </a:r>
            <a:endParaRPr lang="en-US"/>
          </a:p>
          <a:p>
            <a:pPr marL="197485" indent="-197485"/>
            <a:r>
              <a:rPr lang="en-US" b="1">
                <a:ea typeface="+mn-lt"/>
                <a:cs typeface="+mn-lt"/>
              </a:rPr>
              <a:t>Nonlinear models:</a:t>
            </a:r>
            <a:r>
              <a:rPr lang="en-US">
                <a:ea typeface="+mn-lt"/>
                <a:cs typeface="+mn-lt"/>
              </a:rPr>
              <a:t> Wind speed, time, direction, and temperature effects</a:t>
            </a:r>
            <a:endParaRPr lang="en-US"/>
          </a:p>
          <a:p>
            <a:pPr marL="197485" indent="-197485"/>
            <a:r>
              <a:rPr lang="en-US">
                <a:ea typeface="+mn-lt"/>
                <a:cs typeface="+mn-lt"/>
              </a:rPr>
              <a:t>All models estimated using </a:t>
            </a:r>
            <a:r>
              <a:rPr lang="en-US" b="1">
                <a:ea typeface="+mn-lt"/>
                <a:cs typeface="+mn-lt"/>
              </a:rPr>
              <a:t>Recursive Least Squares</a:t>
            </a:r>
            <a:endParaRPr lang="en-US"/>
          </a:p>
          <a:p>
            <a:pPr marL="197485" indent="-197485"/>
            <a:endParaRPr lang="en-US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8A71F-CE5D-3758-1E5B-1F10F11DC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04E3E-4798-396E-48C6-18D3DAE5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304E6-95BF-E0B9-6A60-3E2CF25BB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61796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5C380-1CB5-B471-80BF-4646708E8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Persistence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7DF2A-2D13-FAA9-7DDB-0860CD9D5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762" y="3305363"/>
            <a:ext cx="2805665" cy="780068"/>
          </a:xfr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buNone/>
            </a:pPr>
            <a:r>
              <a:rPr lang="en-US" sz="1600">
                <a:ea typeface="+mn-lt"/>
                <a:cs typeface="+mn-lt"/>
              </a:rPr>
              <a:t>Forecast equals the most recent observed power value</a:t>
            </a:r>
            <a:endParaRPr lang="en-US" sz="1600">
              <a:cs typeface="Arial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943CEA0-A7C3-1A66-2A26-9168366C3E1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>
                <a:cs typeface="Arial"/>
              </a:rPr>
              <a:t>AR(1) Model</a:t>
            </a:r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6127001-B9C0-4917-F23C-6FDC896D8D3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167475" y="3305175"/>
            <a:ext cx="2805666" cy="780256"/>
          </a:xfr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buNone/>
            </a:pPr>
            <a:r>
              <a:rPr lang="en-US" sz="1600">
                <a:cs typeface="Arial"/>
              </a:rPr>
              <a:t>Linear dependence on the most recent power observation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9F869B-4FC1-86B3-EB8C-54512F72CE4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>
                <a:cs typeface="Arial"/>
              </a:rPr>
              <a:t>AR(4) Model</a:t>
            </a:r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ABFC754-E418-7EA4-5EC1-26B775005134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109501" y="3305175"/>
            <a:ext cx="2845352" cy="780256"/>
          </a:xfr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buNone/>
            </a:pPr>
            <a:r>
              <a:rPr lang="en-US" sz="1600">
                <a:cs typeface="Arial"/>
              </a:rPr>
              <a:t>Uses multiple past power values to capture temporal structure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C135F-7445-D866-95CF-34FD581C804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a-DK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461D6-419D-178E-1089-5DFDA1D32B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10</a:t>
            </a:fld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1AC8D-8438-8E82-1F62-1E3D431D6E8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E500C4-A83A-A72A-9F33-3C185D7CCB76}"/>
              </a:ext>
            </a:extLst>
          </p:cNvPr>
          <p:cNvSpPr txBox="1"/>
          <p:nvPr/>
        </p:nvSpPr>
        <p:spPr>
          <a:xfrm>
            <a:off x="595312" y="214312"/>
            <a:ext cx="41076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32"/>
              </a:spcBef>
            </a:pPr>
            <a:r>
              <a:rPr lang="en-US" sz="2400" b="1">
                <a:latin typeface="+mn-lt"/>
              </a:rPr>
              <a:t>Baseline and Linear Models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2A5495-ED55-712F-5CAF-E50D980D1002}"/>
              </a:ext>
            </a:extLst>
          </p:cNvPr>
          <p:cNvSpPr txBox="1"/>
          <p:nvPr/>
        </p:nvSpPr>
        <p:spPr>
          <a:xfrm>
            <a:off x="2818755" y="4389571"/>
            <a:ext cx="5074282" cy="245048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432"/>
              </a:spcBef>
            </a:pPr>
            <a:r>
              <a:rPr lang="en-US" sz="1600">
                <a:latin typeface="+mn-lt"/>
              </a:rPr>
              <a:t>AR models estimated using Recursive Least Squares</a:t>
            </a:r>
            <a:endParaRPr lang="en-US" sz="160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CA53A05-3AD2-CCC2-B9F4-1BCCB8F8F73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8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3136CD0F-A625-E283-02E3-2DB3CBF0F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39" y="1621481"/>
            <a:ext cx="2572109" cy="1114581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E4FA62-8198-1FFD-0A78-093A7156051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" name="Picture 19" descr="A math equations with numbers&#10;&#10;AI-generated content may be incorrect.">
            <a:extLst>
              <a:ext uri="{FF2B5EF4-FFF2-40B4-BE49-F238E27FC236}">
                <a16:creationId xmlns:a16="http://schemas.microsoft.com/office/drawing/2014/main" id="{A79A2B4C-A98F-B482-0465-EA774669B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493" y="1159712"/>
            <a:ext cx="1999507" cy="1881018"/>
          </a:xfrm>
          <a:prstGeom prst="rect">
            <a:avLst/>
          </a:prstGeom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B55764D-D398-DADD-3622-64F0305858F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4" name="Picture 23" descr="A math equations with numbers and symbols&#10;&#10;AI-generated content may be incorrect.">
            <a:extLst>
              <a:ext uri="{FF2B5EF4-FFF2-40B4-BE49-F238E27FC236}">
                <a16:creationId xmlns:a16="http://schemas.microsoft.com/office/drawing/2014/main" id="{8A39A435-2B03-624A-2CEC-F322D088E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585" y="1621481"/>
            <a:ext cx="3059415" cy="92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249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D5F12-B897-D406-E6E5-BF0D5BAC9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04" y="199279"/>
            <a:ext cx="6315934" cy="458827"/>
          </a:xfrm>
        </p:spPr>
        <p:txBody>
          <a:bodyPr/>
          <a:lstStyle/>
          <a:p>
            <a:r>
              <a:rPr lang="en-US" sz="2400">
                <a:cs typeface="Arial"/>
              </a:rPr>
              <a:t>Nonlinear Wind Speed-Power Relationship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0D25E-1380-4430-6CA8-EFC23AAEF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383" y="956451"/>
            <a:ext cx="7046422" cy="1021131"/>
          </a:xfrm>
        </p:spPr>
        <p:txBody>
          <a:bodyPr/>
          <a:lstStyle/>
          <a:p>
            <a:pPr marL="197485" indent="-197485"/>
            <a:r>
              <a:rPr lang="en-US">
                <a:ea typeface="+mn-lt"/>
                <a:cs typeface="+mn-lt"/>
              </a:rPr>
              <a:t>Wind power has a nonlinear dependence on wind speed</a:t>
            </a:r>
            <a:endParaRPr lang="en-US"/>
          </a:p>
          <a:p>
            <a:pPr marL="197485" indent="-197485"/>
            <a:r>
              <a:rPr lang="en-US">
                <a:ea typeface="+mn-lt"/>
                <a:cs typeface="+mn-lt"/>
              </a:rPr>
              <a:t>Linear models cannot capture this behavior effectively</a:t>
            </a:r>
            <a:endParaRPr lang="en-US"/>
          </a:p>
          <a:p>
            <a:pPr marL="197485" indent="-197485"/>
            <a:r>
              <a:rPr lang="en-US">
                <a:ea typeface="+mn-lt"/>
                <a:cs typeface="+mn-lt"/>
              </a:rPr>
              <a:t>Introduced a sigmoid function to model the power curve</a:t>
            </a:r>
            <a:endParaRPr lang="en-US"/>
          </a:p>
          <a:p>
            <a:pPr marL="0" indent="0">
              <a:buNone/>
            </a:pPr>
            <a:endParaRPr lang="en-US">
              <a:cs typeface="Arial"/>
            </a:endParaRPr>
          </a:p>
          <a:p>
            <a:pPr marL="197485" indent="-197485"/>
            <a:endParaRPr lang="en-US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DE4F9-A81A-B99D-596A-8B9820D97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13EEA-529E-7E8D-F130-433727B6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BF6A4-4EFE-5220-BDCB-BBA2F3CE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11</a:t>
            </a:fld>
            <a:endParaRPr lang="da-DK"/>
          </a:p>
        </p:txBody>
      </p:sp>
      <p:pic>
        <p:nvPicPr>
          <p:cNvPr id="11" name="Picture 10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330FA47C-9F53-99F0-8B2F-2998FFCE5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16" y="2983811"/>
            <a:ext cx="5087060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173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72A3-C174-E971-9613-DC02BAF66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086" y="216408"/>
            <a:ext cx="4389628" cy="475537"/>
          </a:xfrm>
        </p:spPr>
        <p:txBody>
          <a:bodyPr/>
          <a:lstStyle/>
          <a:p>
            <a:r>
              <a:rPr lang="en-US" sz="2400">
                <a:cs typeface="Arial"/>
              </a:rPr>
              <a:t>Extended Nonlinear Models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5E64A-73F4-38C7-60CA-1F4E1703A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773" y="962300"/>
            <a:ext cx="6985190" cy="3409184"/>
          </a:xfrm>
        </p:spPr>
        <p:txBody>
          <a:bodyPr/>
          <a:lstStyle/>
          <a:p>
            <a:pPr marL="197485" indent="-197485"/>
            <a:r>
              <a:rPr lang="en-US">
                <a:ea typeface="+mn-lt"/>
                <a:cs typeface="+mn-lt"/>
              </a:rPr>
              <a:t>Added time-of-year effects using sine and cosine terms</a:t>
            </a:r>
            <a:endParaRPr lang="en-US">
              <a:cs typeface="Arial"/>
            </a:endParaRPr>
          </a:p>
          <a:p>
            <a:pPr marL="197485" indent="-197485"/>
            <a:r>
              <a:rPr lang="en-US">
                <a:ea typeface="+mn-lt"/>
                <a:cs typeface="+mn-lt"/>
              </a:rPr>
              <a:t>Included wind direction through circular (sin/cos) features</a:t>
            </a:r>
            <a:endParaRPr lang="en-US">
              <a:cs typeface="Arial"/>
            </a:endParaRPr>
          </a:p>
          <a:p>
            <a:pPr marL="197485" indent="-197485"/>
            <a:r>
              <a:rPr lang="en-US">
                <a:ea typeface="+mn-lt"/>
                <a:cs typeface="+mn-lt"/>
              </a:rPr>
              <a:t>Improved sigmoid parameters using training data</a:t>
            </a:r>
            <a:endParaRPr lang="en-US">
              <a:cs typeface="Arial"/>
            </a:endParaRPr>
          </a:p>
          <a:p>
            <a:pPr marL="197485" indent="-197485"/>
            <a:r>
              <a:rPr lang="en-US">
                <a:ea typeface="+mn-lt"/>
                <a:cs typeface="+mn-lt"/>
              </a:rPr>
              <a:t>Applied physical bounds to predicted power values</a:t>
            </a:r>
            <a:endParaRPr lang="en-US">
              <a:cs typeface="Arial"/>
            </a:endParaRPr>
          </a:p>
          <a:p>
            <a:pPr marL="197485" indent="-197485"/>
            <a:r>
              <a:rPr lang="en-US">
                <a:ea typeface="+mn-lt"/>
                <a:cs typeface="+mn-lt"/>
              </a:rPr>
              <a:t>Final model also incorporates temperature forecasts</a:t>
            </a:r>
            <a:endParaRPr lang="en-US"/>
          </a:p>
          <a:p>
            <a:pPr marL="197485" indent="-197485"/>
            <a:endParaRPr lang="en-US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4EBFA-72ED-F71A-19CD-CB2E8F446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8780F-345A-446B-21C8-CF2FA936C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9189-49BE-4E3B-FFFE-F69AB6614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12</a:t>
            </a:fld>
            <a:endParaRPr lang="da-DK"/>
          </a:p>
        </p:txBody>
      </p:sp>
      <p:pic>
        <p:nvPicPr>
          <p:cNvPr id="9" name="Picture 8" descr="A math symbols and numbers&#10;&#10;AI-generated content may be incorrect.">
            <a:extLst>
              <a:ext uri="{FF2B5EF4-FFF2-40B4-BE49-F238E27FC236}">
                <a16:creationId xmlns:a16="http://schemas.microsoft.com/office/drawing/2014/main" id="{4C081252-77A5-9D52-6715-63ADC88AA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001" y="2895600"/>
            <a:ext cx="5979289" cy="166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77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050B-1DA3-18C7-9952-B3B0249D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73" y="1648"/>
            <a:ext cx="6985190" cy="729537"/>
          </a:xfrm>
        </p:spPr>
        <p:txBody>
          <a:bodyPr/>
          <a:lstStyle/>
          <a:p>
            <a:r>
              <a:rPr lang="en-GB"/>
              <a:t>Model Evaluation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CA8C4-32E8-2DEC-E9E3-3FD5CEBF4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7B9E9-3A4B-447F-E7F4-88E84E0DD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16F7E-00B6-8E8B-F4B8-9C242CA2A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13</a:t>
            </a:fld>
            <a:endParaRPr lang="da-DK"/>
          </a:p>
        </p:txBody>
      </p:sp>
      <p:pic>
        <p:nvPicPr>
          <p:cNvPr id="8" name="Picture 7" descr="A table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FAAF0F05-348F-9E85-B250-752507F9C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3305"/>
            <a:ext cx="9144000" cy="1760113"/>
          </a:xfrm>
          <a:prstGeom prst="rect">
            <a:avLst/>
          </a:prstGeom>
        </p:spPr>
      </p:pic>
      <p:pic>
        <p:nvPicPr>
          <p:cNvPr id="9" name="Picture 8" descr="A table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7C1BB092-C969-8863-827C-9A193EC40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96538"/>
            <a:ext cx="9144000" cy="176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536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A268C-B353-AC7B-4260-CEB6C8E9F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04" y="191759"/>
            <a:ext cx="2518467" cy="488906"/>
          </a:xfrm>
        </p:spPr>
        <p:txBody>
          <a:bodyPr/>
          <a:lstStyle/>
          <a:p>
            <a:r>
              <a:rPr lang="en-US" sz="2400">
                <a:cs typeface="Arial"/>
              </a:rPr>
              <a:t>Model Summary</a:t>
            </a:r>
            <a:endParaRPr lang="en-US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CAC2F-13C2-3148-BDB3-805032B52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D0A88-36BD-76AD-E96A-F03AA5A90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ED628-F3A0-DEB3-3A2A-F2B9B88CD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14</a:t>
            </a:fld>
            <a:endParaRPr lang="da-DK"/>
          </a:p>
        </p:txBody>
      </p:sp>
      <p:pic>
        <p:nvPicPr>
          <p:cNvPr id="8" name="Picture 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C190F1F-9EC1-2C68-3F5D-EF9DBC254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25" y="918362"/>
            <a:ext cx="9144000" cy="359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6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4EF89-D39A-E94F-5C04-8462FDA1D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725" y="221837"/>
            <a:ext cx="4165289" cy="413709"/>
          </a:xfrm>
        </p:spPr>
        <p:txBody>
          <a:bodyPr/>
          <a:lstStyle/>
          <a:p>
            <a:r>
              <a:rPr lang="en-US" sz="2400">
                <a:cs typeface="Arial"/>
              </a:rPr>
              <a:t>Forecast Accuracy (RMSE)</a:t>
            </a:r>
            <a:endParaRPr lang="en-US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662E2-0EE4-74C2-F672-72D9B5F08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780" y="1191652"/>
            <a:ext cx="6985190" cy="1781997"/>
          </a:xfrm>
        </p:spPr>
        <p:txBody>
          <a:bodyPr/>
          <a:lstStyle/>
          <a:p>
            <a:pPr marL="197485" indent="-197485"/>
            <a:r>
              <a:rPr lang="en-US">
                <a:ea typeface="+mn-lt"/>
                <a:cs typeface="+mn-lt"/>
              </a:rPr>
              <a:t>Models compared using RMSE for 1-, 2-, and 3-hour ahead forecasts</a:t>
            </a:r>
            <a:endParaRPr lang="en-US">
              <a:cs typeface="Arial"/>
            </a:endParaRPr>
          </a:p>
          <a:p>
            <a:pPr marL="197485" indent="-197485"/>
            <a:r>
              <a:rPr lang="en-US">
                <a:ea typeface="+mn-lt"/>
                <a:cs typeface="+mn-lt"/>
              </a:rPr>
              <a:t>Forecast accuracy generally improves with increased model complexity</a:t>
            </a:r>
          </a:p>
          <a:p>
            <a:pPr marL="197485" indent="-197485"/>
            <a:r>
              <a:rPr lang="en-US">
                <a:ea typeface="+mn-lt"/>
                <a:cs typeface="+mn-lt"/>
              </a:rPr>
              <a:t>Performance gains differ across forecast horizons</a:t>
            </a:r>
            <a:endParaRPr lang="en-US">
              <a:cs typeface="Arial"/>
            </a:endParaRPr>
          </a:p>
          <a:p>
            <a:pPr marL="197485" indent="-197485"/>
            <a:endParaRPr lang="en-US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A1282-6999-0BAE-05F2-EE8C0B82F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42BF2-F93D-B85C-C496-B88179E1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BB060-7C74-6BA3-5D1E-5B58D3CD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15</a:t>
            </a:fld>
            <a:endParaRPr lang="da-DK"/>
          </a:p>
        </p:txBody>
      </p:sp>
      <p:pic>
        <p:nvPicPr>
          <p:cNvPr id="8" name="Graphic 7" descr="Bar graph with upward trend with solid fill">
            <a:extLst>
              <a:ext uri="{FF2B5EF4-FFF2-40B4-BE49-F238E27FC236}">
                <a16:creationId xmlns:a16="http://schemas.microsoft.com/office/drawing/2014/main" id="{38E16AEC-09D6-47CD-F721-4A8DB2589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1925" y="638175"/>
            <a:ext cx="1001712" cy="993775"/>
          </a:xfrm>
          <a:prstGeom prst="rect">
            <a:avLst/>
          </a:prstGeom>
        </p:spPr>
      </p:pic>
      <p:pic>
        <p:nvPicPr>
          <p:cNvPr id="10" name="Picture 9" descr="A number of numbers on a white background&#10;&#10;AI-generated content may be incorrect.">
            <a:extLst>
              <a:ext uri="{FF2B5EF4-FFF2-40B4-BE49-F238E27FC236}">
                <a16:creationId xmlns:a16="http://schemas.microsoft.com/office/drawing/2014/main" id="{AEEBE85C-1964-82BD-C214-A3E67C7CE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725" y="2857667"/>
            <a:ext cx="8263239" cy="130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0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AFE8-7D86-7054-6423-EAEEEFE9D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093" y="216407"/>
            <a:ext cx="1817878" cy="451725"/>
          </a:xfrm>
        </p:spPr>
        <p:txBody>
          <a:bodyPr/>
          <a:lstStyle/>
          <a:p>
            <a:r>
              <a:rPr lang="en-US" sz="2400">
                <a:cs typeface="Arial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C350A-B4C4-C57C-6149-B97D0C01F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210" y="867050"/>
            <a:ext cx="6985190" cy="3409184"/>
          </a:xfrm>
        </p:spPr>
        <p:txBody>
          <a:bodyPr/>
          <a:lstStyle/>
          <a:p>
            <a:pPr marL="197485" indent="-197485"/>
            <a:r>
              <a:rPr lang="en-US">
                <a:ea typeface="+mn-lt"/>
                <a:cs typeface="+mn-lt"/>
              </a:rPr>
              <a:t>Adaptive models improve short-term wind power forecasting</a:t>
            </a:r>
            <a:endParaRPr lang="en-US">
              <a:cs typeface="Arial"/>
            </a:endParaRPr>
          </a:p>
          <a:p>
            <a:pPr marL="197485" indent="-197485"/>
            <a:r>
              <a:rPr lang="en-US">
                <a:ea typeface="+mn-lt"/>
                <a:cs typeface="+mn-lt"/>
              </a:rPr>
              <a:t>Capturing the nonlinear wind speed–power relationship is critical</a:t>
            </a:r>
            <a:endParaRPr lang="en-US">
              <a:cs typeface="Arial"/>
            </a:endParaRPr>
          </a:p>
          <a:p>
            <a:pPr marL="197485" indent="-197485"/>
            <a:r>
              <a:rPr lang="en-US">
                <a:ea typeface="+mn-lt"/>
                <a:cs typeface="+mn-lt"/>
              </a:rPr>
              <a:t>Additional nonlinearities provide smaller, horizon-dependent gains</a:t>
            </a:r>
            <a:endParaRPr lang="en-US">
              <a:cs typeface="Arial"/>
            </a:endParaRPr>
          </a:p>
          <a:p>
            <a:pPr marL="197485" indent="-197485"/>
            <a:r>
              <a:rPr lang="en-US">
                <a:ea typeface="+mn-lt"/>
                <a:cs typeface="+mn-lt"/>
              </a:rPr>
              <a:t>The best-performing model differs slightly by forecast horizon</a:t>
            </a:r>
            <a:endParaRPr lang="en-US"/>
          </a:p>
          <a:p>
            <a:pPr marL="197485" indent="-197485"/>
            <a:endParaRPr lang="en-US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C9A8F-58DC-7915-899A-2A846FBE0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9E3C0-6151-3E26-0862-F1BDD7794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FA3D3-94F0-C4C4-4C72-98780B8C6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12640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50925-438A-39B9-8A00-DF9D2E5C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207BA-E91F-432B-CBEC-CA8E5809E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A59E9-D233-329F-10E8-9031C57C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57AD3-FA19-D360-14D2-01CAE6DEC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C8D5E-BA02-86C7-C5CF-642A6B4FD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82125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D294F-A815-464B-CDB9-1CB7C6CE8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Future Work – 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59B5A-9BDB-24A6-A256-FB1235687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Formulating SDE using the CSTM library</a:t>
            </a:r>
          </a:p>
          <a:p>
            <a:r>
              <a:rPr lang="en-GB"/>
              <a:t>Formulating a GARCH model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00A29-96AE-AED5-9B48-B2B484790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7A422-C850-0876-CBA5-FDF976A2E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544C0-BB7C-ECEE-9E5D-94008DA5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46579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31D80-F200-EE52-C4D4-25F8D0DF2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893" y="196182"/>
            <a:ext cx="6985190" cy="547482"/>
          </a:xfrm>
        </p:spPr>
        <p:txBody>
          <a:bodyPr/>
          <a:lstStyle/>
          <a:p>
            <a:r>
              <a:rPr lang="en-GB" noProof="0"/>
              <a:t>References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884881-499B-E20C-7156-B8D019E8CE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noProof="0"/>
              <a:t>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FFCC1-C086-6E4F-3FE4-5F420F2170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noProof="0" smtClean="0"/>
              <a:pPr/>
              <a:t>19</a:t>
            </a:fld>
            <a:endParaRPr lang="en-GB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329DA-24E2-1EA9-85D9-9A36F514102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 noProof="0"/>
              <a:t>Date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850BC4-D376-AF53-5C88-5C4EA03AD2D6}"/>
              </a:ext>
            </a:extLst>
          </p:cNvPr>
          <p:cNvSpPr txBox="1"/>
          <p:nvPr/>
        </p:nvSpPr>
        <p:spPr>
          <a:xfrm>
            <a:off x="263236" y="1029418"/>
            <a:ext cx="8692217" cy="11798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432"/>
              </a:spcBef>
            </a:pPr>
            <a:r>
              <a:rPr lang="en-US" sz="1000">
                <a:latin typeface="+mj-lt"/>
              </a:rPr>
              <a:t>[1] </a:t>
            </a:r>
            <a:r>
              <a:rPr lang="en-US" sz="1000">
                <a:latin typeface="+mj-lt"/>
                <a:hlinkClick r:id="rId3"/>
              </a:rPr>
              <a:t>https://en.wikipedia.org/wiki/Recursive_least_squares_filter</a:t>
            </a:r>
            <a:endParaRPr lang="en-US" sz="1000">
              <a:latin typeface="+mj-lt"/>
            </a:endParaRPr>
          </a:p>
          <a:p>
            <a:pPr>
              <a:spcBef>
                <a:spcPts val="432"/>
              </a:spcBef>
            </a:pPr>
            <a:endParaRPr lang="en-US" sz="1000">
              <a:latin typeface="+mj-lt"/>
            </a:endParaRPr>
          </a:p>
          <a:p>
            <a:pPr>
              <a:spcBef>
                <a:spcPts val="432"/>
              </a:spcBef>
            </a:pPr>
            <a:endParaRPr lang="en-US" sz="1000">
              <a:latin typeface="+mj-lt"/>
            </a:endParaRPr>
          </a:p>
          <a:p>
            <a:pPr>
              <a:spcBef>
                <a:spcPts val="432"/>
              </a:spcBef>
            </a:pPr>
            <a:endParaRPr lang="en-US" sz="1000" noProof="0">
              <a:latin typeface="+mj-lt"/>
            </a:endParaRPr>
          </a:p>
          <a:p>
            <a:pPr>
              <a:spcBef>
                <a:spcPts val="432"/>
              </a:spcBef>
            </a:pPr>
            <a:endParaRPr lang="en-US" sz="1000">
              <a:latin typeface="+mj-lt"/>
            </a:endParaRPr>
          </a:p>
          <a:p>
            <a:pPr>
              <a:spcBef>
                <a:spcPts val="432"/>
              </a:spcBef>
            </a:pPr>
            <a:endParaRPr lang="en-GB" sz="10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3121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65A39-4EB5-4401-DF8F-16F259AAB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6F6D5-F73F-A4CD-F6E5-B193FDB09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662" y="166828"/>
            <a:ext cx="3794918" cy="519746"/>
          </a:xfrm>
        </p:spPr>
        <p:txBody>
          <a:bodyPr/>
          <a:lstStyle/>
          <a:p>
            <a:r>
              <a:rPr lang="en-US" sz="2400">
                <a:cs typeface="Arial"/>
              </a:rPr>
              <a:t>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51E3B-BA71-1887-3928-CA006010B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148" y="986113"/>
            <a:ext cx="6985190" cy="3409184"/>
          </a:xfrm>
        </p:spPr>
        <p:txBody>
          <a:bodyPr/>
          <a:lstStyle/>
          <a:p>
            <a:pPr marL="0" indent="0">
              <a:buNone/>
            </a:pPr>
            <a:endParaRPr lang="en-US" b="1">
              <a:cs typeface="Arial"/>
            </a:endParaRPr>
          </a:p>
          <a:p>
            <a:pPr marL="197485" indent="-197485"/>
            <a:r>
              <a:rPr lang="en-US">
                <a:ea typeface="+mn-lt"/>
                <a:cs typeface="+mn-lt"/>
              </a:rPr>
              <a:t>Adaptive forecasting using Recursive Least Squares (RLS)</a:t>
            </a:r>
            <a:endParaRPr lang="en-US"/>
          </a:p>
          <a:p>
            <a:pPr marL="197485" indent="-197485"/>
            <a:r>
              <a:rPr lang="en-US">
                <a:ea typeface="+mn-lt"/>
                <a:cs typeface="+mn-lt"/>
              </a:rPr>
              <a:t>Models updated sequentially as new data becomes available</a:t>
            </a:r>
            <a:endParaRPr lang="en-US"/>
          </a:p>
          <a:p>
            <a:pPr marL="197485" indent="-197485"/>
            <a:r>
              <a:rPr lang="en-US">
                <a:ea typeface="+mn-lt"/>
                <a:cs typeface="+mn-lt"/>
              </a:rPr>
              <a:t>Forecast horizons: 1-, 2-, and 3-hour ahead wind power</a:t>
            </a:r>
            <a:endParaRPr lang="en-US"/>
          </a:p>
          <a:p>
            <a:pPr marL="197485" indent="-197485"/>
            <a:r>
              <a:rPr lang="en-US">
                <a:ea typeface="+mn-lt"/>
                <a:cs typeface="+mn-lt"/>
              </a:rPr>
              <a:t>Model complexity increased step by step to improve accuracy</a:t>
            </a:r>
            <a:endParaRPr lang="en-US"/>
          </a:p>
          <a:p>
            <a:pPr marL="197485" indent="-197485"/>
            <a:endParaRPr lang="en-US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7220E-F43E-44E0-DCFC-0E14CCDAD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A9AAD-29A2-2D5D-A37B-C01CF955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E2238-4861-98C6-072E-D35062D7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635567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Template 16_9 - Corporate red-ENG.potx" id="{ED70A225-5B60-42AC-912C-67898019C42C}" vid="{E9106579-58D4-45CA-A6E9-5E2F157EFB5C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elementsMetadata":[],"documentContentValidatorConfiguration":{"enableDocumentContentValidator":false,"documentContentValidatorVersion":0},"slideId":"636957680393408391","enableDocumentContentUpdater":true,"version":"1.2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elementsMetadata":[],"documentContentValidatorConfiguration":{"enableDocumentContentValidator":false,"documentContentValidatorVersion":0},"slideId":"636957680393408390","enableDocumentContentUpdater":true,"version":"1.2"}]]></TemplafySlideTemplateConfiguration>
</file>

<file path=customXml/item7.xml><?xml version="1.0" encoding="utf-8"?>
<TemplafySlideTemplateConfiguration><![CDATA[{"elementsMetadata":[],"documentContentValidatorConfiguration":{"enableDocumentContentValidator":false,"documentContentValidatorVersion":0},"slideId":"636957680393408390","enableDocumentContentUpdater":true,"version":"1.2"}]]></TemplafySlideTemplateConfiguration>
</file>

<file path=customXml/item8.xml><?xml version="1.0" encoding="utf-8"?>
<TemplafySlideTemplateConfiguration><![CDATA[{"elementsMetadata":[],"documentContentValidatorConfiguration":{"enableDocumentContentValidator":false,"documentContentValidatorVersion":0},"slideId":"636957680393408390","enableDocumentContentUpdater":true,"version":"1.2"}]]></TemplafySlideTemplateConfiguration>
</file>

<file path=customXml/itemProps1.xml><?xml version="1.0" encoding="utf-8"?>
<ds:datastoreItem xmlns:ds="http://schemas.openxmlformats.org/officeDocument/2006/customXml" ds:itemID="{4B79D076-EF9E-40F4-A2F5-CA21FB1198E1}">
  <ds:schemaRefs/>
</ds:datastoreItem>
</file>

<file path=customXml/itemProps2.xml><?xml version="1.0" encoding="utf-8"?>
<ds:datastoreItem xmlns:ds="http://schemas.openxmlformats.org/officeDocument/2006/customXml" ds:itemID="{1680B9DC-2D51-4402-BB2C-B8DE0C5AC522}">
  <ds:schemaRefs/>
</ds:datastoreItem>
</file>

<file path=customXml/itemProps3.xml><?xml version="1.0" encoding="utf-8"?>
<ds:datastoreItem xmlns:ds="http://schemas.openxmlformats.org/officeDocument/2006/customXml" ds:itemID="{D068C11C-E2D6-4475-9767-C5677CD8A1DC}">
  <ds:schemaRefs/>
</ds:datastoreItem>
</file>

<file path=customXml/itemProps4.xml><?xml version="1.0" encoding="utf-8"?>
<ds:datastoreItem xmlns:ds="http://schemas.openxmlformats.org/officeDocument/2006/customXml" ds:itemID="{BBA9ED01-D26F-4451-84AA-D0E87279174B}">
  <ds:schemaRefs/>
</ds:datastoreItem>
</file>

<file path=customXml/itemProps5.xml><?xml version="1.0" encoding="utf-8"?>
<ds:datastoreItem xmlns:ds="http://schemas.openxmlformats.org/officeDocument/2006/customXml" ds:itemID="{6E7DCD33-9AB3-424C-823A-E26BA9F6869E}">
  <ds:schemaRefs/>
</ds:datastoreItem>
</file>

<file path=customXml/itemProps6.xml><?xml version="1.0" encoding="utf-8"?>
<ds:datastoreItem xmlns:ds="http://schemas.openxmlformats.org/officeDocument/2006/customXml" ds:itemID="{F1CE2599-3F68-476C-AA27-61706E0ECAA2}">
  <ds:schemaRefs/>
</ds:datastoreItem>
</file>

<file path=customXml/itemProps7.xml><?xml version="1.0" encoding="utf-8"?>
<ds:datastoreItem xmlns:ds="http://schemas.openxmlformats.org/officeDocument/2006/customXml" ds:itemID="{6B8AD017-B053-4E30-93B9-B28A44CEC3A4}">
  <ds:schemaRefs/>
</ds:datastoreItem>
</file>

<file path=customXml/itemProps8.xml><?xml version="1.0" encoding="utf-8"?>
<ds:datastoreItem xmlns:ds="http://schemas.openxmlformats.org/officeDocument/2006/customXml" ds:itemID="{DAD35AB9-EE4E-4972-8378-40D8A30DC28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</Words>
  <Application>Microsoft Office PowerPoint</Application>
  <PresentationFormat>On-screen Show (16:9)</PresentationFormat>
  <Paragraphs>169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Verdana</vt:lpstr>
      <vt:lpstr>Blank</vt:lpstr>
      <vt:lpstr>Forecasting Wind Power</vt:lpstr>
      <vt:lpstr>Table of Contents</vt:lpstr>
      <vt:lpstr>Motivation</vt:lpstr>
      <vt:lpstr>Data Description</vt:lpstr>
      <vt:lpstr>Data Handling</vt:lpstr>
      <vt:lpstr>Modelling Approach</vt:lpstr>
      <vt:lpstr>Recursive Least Squares (RLS)</vt:lpstr>
      <vt:lpstr>Training and Evaluation Setup</vt:lpstr>
      <vt:lpstr>Model Overview</vt:lpstr>
      <vt:lpstr>Persistence Model</vt:lpstr>
      <vt:lpstr>Nonlinear Wind Speed-Power Relationship</vt:lpstr>
      <vt:lpstr>Extended Nonlinear Models</vt:lpstr>
      <vt:lpstr>Model Evaluation</vt:lpstr>
      <vt:lpstr>Model Summary</vt:lpstr>
      <vt:lpstr>Forecast Accuracy (RMSE)</vt:lpstr>
      <vt:lpstr>Conclusion</vt:lpstr>
      <vt:lpstr>Thank you!</vt:lpstr>
      <vt:lpstr>Future Work – Suggestions</vt:lpstr>
      <vt:lpstr>References</vt:lpstr>
      <vt:lpstr>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Jørgen Hassel Fjærli</dc:creator>
  <cp:lastModifiedBy>Jacob Haegh</cp:lastModifiedBy>
  <cp:revision>1</cp:revision>
  <dcterms:modified xsi:type="dcterms:W3CDTF">2025-12-17T14:21:32Z</dcterms:modified>
</cp:coreProperties>
</file>